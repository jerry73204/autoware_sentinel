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91" r:id="rId3"/>
  </p:sldMasterIdLst>
  <p:notesMasterIdLst>
    <p:notesMasterId r:id="rId3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</p:sldIdLst>
  <p:sldSz cx="9144000" cy="51435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 panose="020B0604020202020204"/>
      </a:defRPr>
    </a:lvl1pPr>
    <a:lvl2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 panose="020B0604020202020204"/>
      </a:defRPr>
    </a:lvl2pPr>
    <a:lvl3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 panose="020B0604020202020204"/>
      </a:defRPr>
    </a:lvl3pPr>
    <a:lvl4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 panose="020B0604020202020204"/>
      </a:defRPr>
    </a:lvl4pPr>
    <a:lvl5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 panose="020B0604020202020204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 panose="020B0604020202020204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 panose="020B0604020202020204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 panose="020B0604020202020204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 panose="020B0604020202020204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clrMru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深色样式 1 - 强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6" Type="http://schemas.openxmlformats.org/officeDocument/2006/relationships/tableStyles" Target="tableStyles.xml"/><Relationship Id="rId35" Type="http://schemas.openxmlformats.org/officeDocument/2006/relationships/viewProps" Target="viewProps.xml"/><Relationship Id="rId34" Type="http://schemas.openxmlformats.org/officeDocument/2006/relationships/presProps" Target="presProps.xml"/><Relationship Id="rId33" Type="http://schemas.openxmlformats.org/officeDocument/2006/relationships/notesMaster" Target="notesMasters/notesMaster1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Shape 442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443" name="Shape 443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400">
        <a:latin typeface="+mn-lt"/>
        <a:ea typeface="+mn-ea"/>
        <a:cs typeface="+mn-cs"/>
        <a:sym typeface="Arial" panose="020B0604020202020204"/>
      </a:defRPr>
    </a:lvl1pPr>
    <a:lvl2pPr indent="228600" latinLnBrk="0">
      <a:defRPr sz="1400">
        <a:latin typeface="+mn-lt"/>
        <a:ea typeface="+mn-ea"/>
        <a:cs typeface="+mn-cs"/>
        <a:sym typeface="Arial" panose="020B0604020202020204"/>
      </a:defRPr>
    </a:lvl2pPr>
    <a:lvl3pPr indent="457200" latinLnBrk="0">
      <a:defRPr sz="1400">
        <a:latin typeface="+mn-lt"/>
        <a:ea typeface="+mn-ea"/>
        <a:cs typeface="+mn-cs"/>
        <a:sym typeface="Arial" panose="020B0604020202020204"/>
      </a:defRPr>
    </a:lvl3pPr>
    <a:lvl4pPr indent="685800" latinLnBrk="0">
      <a:defRPr sz="1400">
        <a:latin typeface="+mn-lt"/>
        <a:ea typeface="+mn-ea"/>
        <a:cs typeface="+mn-cs"/>
        <a:sym typeface="Arial" panose="020B0604020202020204"/>
      </a:defRPr>
    </a:lvl4pPr>
    <a:lvl5pPr indent="914400" latinLnBrk="0">
      <a:defRPr sz="1400">
        <a:latin typeface="+mn-lt"/>
        <a:ea typeface="+mn-ea"/>
        <a:cs typeface="+mn-cs"/>
        <a:sym typeface="Arial" panose="020B0604020202020204"/>
      </a:defRPr>
    </a:lvl5pPr>
    <a:lvl6pPr indent="1143000" latinLnBrk="0">
      <a:defRPr sz="1400">
        <a:latin typeface="+mn-lt"/>
        <a:ea typeface="+mn-ea"/>
        <a:cs typeface="+mn-cs"/>
        <a:sym typeface="Arial" panose="020B0604020202020204"/>
      </a:defRPr>
    </a:lvl6pPr>
    <a:lvl7pPr indent="1371600" latinLnBrk="0">
      <a:defRPr sz="1400">
        <a:latin typeface="+mn-lt"/>
        <a:ea typeface="+mn-ea"/>
        <a:cs typeface="+mn-cs"/>
        <a:sym typeface="Arial" panose="020B0604020202020204"/>
      </a:defRPr>
    </a:lvl7pPr>
    <a:lvl8pPr indent="1600200" latinLnBrk="0">
      <a:defRPr sz="1400">
        <a:latin typeface="+mn-lt"/>
        <a:ea typeface="+mn-ea"/>
        <a:cs typeface="+mn-cs"/>
        <a:sym typeface="Arial" panose="020B0604020202020204"/>
      </a:defRPr>
    </a:lvl8pPr>
    <a:lvl9pPr indent="1828800" latinLnBrk="0">
      <a:defRPr sz="1400">
        <a:latin typeface="+mn-lt"/>
        <a:ea typeface="+mn-ea"/>
        <a:cs typeface="+mn-cs"/>
        <a:sym typeface="Arial" panose="020B0604020202020204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5.xml.rels><?xml version="1.0" encoding="UTF-8" standalone="yes"?>
<Relationships xmlns="http://schemas.openxmlformats.org/package/2006/relationships"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76.xml.rels><?xml version="1.0" encoding="UTF-8" standalone="yes"?>
<Relationships xmlns="http://schemas.openxmlformats.org/package/2006/relationships"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78.xml.rels><?xml version="1.0" encoding="UTF-8" standalone="yes"?>
<Relationships xmlns="http://schemas.openxmlformats.org/package/2006/relationships"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79.xml.rels><?xml version="1.0" encoding="UTF-8" standalone="yes"?>
<Relationships xmlns="http://schemas.openxmlformats.org/package/2006/relationships"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80.xml.rels><?xml version="1.0" encoding="UTF-8" standalone="yes"?>
<Relationships xmlns="http://schemas.openxmlformats.org/package/2006/relationships"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81.xml.rels><?xml version="1.0" encoding="UTF-8" standalone="yes"?>
<Relationships xmlns="http://schemas.openxmlformats.org/package/2006/relationships"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82.xml.rels><?xml version="1.0" encoding="UTF-8" standalone="yes"?>
<Relationships xmlns="http://schemas.openxmlformats.org/package/2006/relationships"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83.xml.rels><?xml version="1.0" encoding="UTF-8" standalone="yes"?>
<Relationships xmlns="http://schemas.openxmlformats.org/package/2006/relationships"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84.xml.rels><?xml version="1.0" encoding="UTF-8" standalone="yes"?>
<Relationships xmlns="http://schemas.openxmlformats.org/package/2006/relationships"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/>
          <p:nvPr>
            <p:ph type="title" hasCustomPrompt="1"/>
          </p:nvPr>
        </p:nvSpPr>
        <p:spPr>
          <a:xfrm>
            <a:off x="311708" y="744573"/>
            <a:ext cx="8520601" cy="2052603"/>
          </a:xfrm>
          <a:prstGeom prst="rect">
            <a:avLst/>
          </a:prstGeom>
        </p:spPr>
        <p:txBody>
          <a:bodyPr anchor="b"/>
          <a:lstStyle>
            <a:lvl1pPr algn="ctr">
              <a:defRPr sz="5200"/>
            </a:lvl1pPr>
          </a:lstStyle>
          <a:p>
            <a:r>
              <a:t>Title Text</a:t>
            </a:r>
          </a:p>
        </p:txBody>
      </p:sp>
      <p:sp>
        <p:nvSpPr>
          <p:cNvPr id="12" name="Body Level One…"/>
          <p:cNvSpPr txBox="1"/>
          <p:nvPr>
            <p:ph type="body" sz="quarter" idx="1" hasCustomPrompt="1"/>
          </p:nvPr>
        </p:nvSpPr>
        <p:spPr>
          <a:xfrm>
            <a:off x="311698" y="2834125"/>
            <a:ext cx="8520603" cy="792602"/>
          </a:xfrm>
          <a:prstGeom prst="rect">
            <a:avLst/>
          </a:prstGeom>
        </p:spPr>
        <p:txBody>
          <a:bodyPr/>
          <a:lstStyle>
            <a:lvl1pPr marL="228600" indent="-114300" algn="ctr">
              <a:lnSpc>
                <a:spcPct val="100000"/>
              </a:lnSpc>
              <a:buClrTx/>
              <a:buSzTx/>
              <a:buFontTx/>
              <a:buNone/>
              <a:defRPr sz="2800"/>
            </a:lvl1pPr>
            <a:lvl2pPr marL="228600" indent="114300" algn="ctr">
              <a:lnSpc>
                <a:spcPct val="100000"/>
              </a:lnSpc>
              <a:buClrTx/>
              <a:buSzTx/>
              <a:buFontTx/>
              <a:buNone/>
              <a:defRPr sz="2800"/>
            </a:lvl2pPr>
            <a:lvl3pPr marL="228600" indent="114300" algn="ctr">
              <a:lnSpc>
                <a:spcPct val="100000"/>
              </a:lnSpc>
              <a:buClrTx/>
              <a:buSzTx/>
              <a:buFontTx/>
              <a:buNone/>
              <a:defRPr sz="2800"/>
            </a:lvl3pPr>
            <a:lvl4pPr marL="228600" indent="114300" algn="ctr">
              <a:lnSpc>
                <a:spcPct val="100000"/>
              </a:lnSpc>
              <a:buClrTx/>
              <a:buSzTx/>
              <a:buFontTx/>
              <a:buNone/>
              <a:defRPr sz="2800"/>
            </a:lvl4pPr>
            <a:lvl5pPr marL="228600" indent="114300" algn="ctr">
              <a:lnSpc>
                <a:spcPct val="100000"/>
              </a:lnSpc>
              <a:buClrTx/>
              <a:buSzTx/>
              <a:buFontTx/>
              <a:buNone/>
              <a:defRPr sz="2800"/>
            </a:lvl5pPr>
          </a:lstStyle>
          <a:p>
            <a:r>
              <a:t>Body Level One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/>
          <p:nvPr>
            <p:ph type="title" hasCustomPrompt="1"/>
          </p:nvPr>
        </p:nvSpPr>
        <p:spPr>
          <a:xfrm>
            <a:off x="311698" y="2150848"/>
            <a:ext cx="8520603" cy="841802"/>
          </a:xfrm>
          <a:prstGeom prst="rect">
            <a:avLst/>
          </a:prstGeom>
        </p:spPr>
        <p:txBody>
          <a:bodyPr anchor="ctr"/>
          <a:lstStyle>
            <a:lvl1pPr algn="ctr">
              <a:defRPr sz="3600"/>
            </a:lvl1pPr>
          </a:lstStyle>
          <a:p>
            <a:r>
              <a:t>Title Text</a:t>
            </a:r>
          </a:p>
        </p:txBody>
      </p:sp>
      <p:sp>
        <p:nvSpPr>
          <p:cNvPr id="2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itle Text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9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3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_AND_TWO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itle Text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8" name="Body Level One…"/>
          <p:cNvSpPr txBox="1"/>
          <p:nvPr>
            <p:ph type="body" sz="half" idx="1" hasCustomPrompt="1"/>
          </p:nvPr>
        </p:nvSpPr>
        <p:spPr>
          <a:xfrm>
            <a:off x="311698" y="1152475"/>
            <a:ext cx="3999903" cy="3416400"/>
          </a:xfrm>
          <a:prstGeom prst="rect">
            <a:avLst/>
          </a:prstGeom>
        </p:spPr>
        <p:txBody>
          <a:bodyPr/>
          <a:lstStyle>
            <a:lvl1pPr indent="-317500">
              <a:buSzPts val="1400"/>
              <a:defRPr sz="1400"/>
            </a:lvl1pPr>
            <a:lvl2pPr marL="965200" indent="-355600">
              <a:buSzPts val="1400"/>
              <a:defRPr sz="1400"/>
            </a:lvl2pPr>
            <a:lvl3pPr marL="1422400" indent="-355600">
              <a:buSzPts val="1400"/>
              <a:defRPr sz="1400"/>
            </a:lvl3pPr>
            <a:lvl4pPr marL="1879600" indent="-355600">
              <a:buSzPts val="1400"/>
              <a:defRPr sz="1400"/>
            </a:lvl4pPr>
            <a:lvl5pPr marL="2336800" indent="-355600">
              <a:buSzPts val="1400"/>
              <a:defRPr sz="1400"/>
            </a:lvl5pPr>
          </a:lstStyle>
          <a:p>
            <a:r>
              <a:t>Body Level One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39" name="Google Shape;23;p5"/>
          <p:cNvSpPr txBox="1"/>
          <p:nvPr>
            <p:ph type="body" sz="half" idx="21"/>
          </p:nvPr>
        </p:nvSpPr>
        <p:spPr>
          <a:xfrm>
            <a:off x="4832398" y="1152475"/>
            <a:ext cx="3999903" cy="34164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4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ONE_COLUM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itle Text"/>
          <p:cNvSpPr txBox="1"/>
          <p:nvPr>
            <p:ph type="title" hasCustomPrompt="1"/>
          </p:nvPr>
        </p:nvSpPr>
        <p:spPr>
          <a:xfrm>
            <a:off x="311698" y="555600"/>
            <a:ext cx="2808003" cy="755700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r>
              <a:t>Title Text</a:t>
            </a:r>
          </a:p>
        </p:txBody>
      </p:sp>
      <p:sp>
        <p:nvSpPr>
          <p:cNvPr id="56" name="Body Level One…"/>
          <p:cNvSpPr txBox="1"/>
          <p:nvPr>
            <p:ph type="body" sz="quarter" idx="1" hasCustomPrompt="1"/>
          </p:nvPr>
        </p:nvSpPr>
        <p:spPr>
          <a:xfrm>
            <a:off x="311698" y="1389598"/>
            <a:ext cx="2808003" cy="3179403"/>
          </a:xfrm>
          <a:prstGeom prst="rect">
            <a:avLst/>
          </a:prstGeom>
        </p:spPr>
        <p:txBody>
          <a:bodyPr/>
          <a:lstStyle>
            <a:lvl1pPr indent="-304800">
              <a:buSzPts val="1200"/>
              <a:defRPr sz="1200"/>
            </a:lvl1pPr>
            <a:lvl2pPr marL="914400" indent="-304800">
              <a:buSzPts val="1200"/>
              <a:defRPr sz="1200"/>
            </a:lvl2pPr>
            <a:lvl3pPr marL="1371600" indent="-304800">
              <a:buSzPts val="1200"/>
              <a:defRPr sz="1200"/>
            </a:lvl3pPr>
            <a:lvl4pPr marL="1828800" indent="-304800">
              <a:buSzPts val="1200"/>
              <a:defRPr sz="1200"/>
            </a:lvl4pPr>
            <a:lvl5pPr marL="2286000" indent="-304800">
              <a:buSzPts val="1200"/>
              <a:defRPr sz="1200"/>
            </a:lvl5pPr>
          </a:lstStyle>
          <a:p>
            <a:r>
              <a:t>Body Level One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5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MAIN_POI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Title Text"/>
          <p:cNvSpPr txBox="1"/>
          <p:nvPr>
            <p:ph type="title" hasCustomPrompt="1"/>
          </p:nvPr>
        </p:nvSpPr>
        <p:spPr>
          <a:xfrm>
            <a:off x="490250" y="450148"/>
            <a:ext cx="6367801" cy="4090803"/>
          </a:xfrm>
          <a:prstGeom prst="rect">
            <a:avLst/>
          </a:prstGeom>
        </p:spPr>
        <p:txBody>
          <a:bodyPr anchor="ctr"/>
          <a:lstStyle>
            <a:lvl1pPr>
              <a:defRPr sz="4800"/>
            </a:lvl1pPr>
          </a:lstStyle>
          <a:p>
            <a:r>
              <a:t>Title Text</a:t>
            </a:r>
          </a:p>
        </p:txBody>
      </p:sp>
      <p:sp>
        <p:nvSpPr>
          <p:cNvPr id="6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_TITLE_AND_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36;p9"/>
          <p:cNvSpPr/>
          <p:nvPr/>
        </p:nvSpPr>
        <p:spPr>
          <a:xfrm>
            <a:off x="4572000" y="-126"/>
            <a:ext cx="4572000" cy="5143503"/>
          </a:xfrm>
          <a:prstGeom prst="rect">
            <a:avLst/>
          </a:prstGeom>
          <a:solidFill>
            <a:srgbClr val="EEEEEE"/>
          </a:solidFill>
          <a:ln w="12700">
            <a:miter lim="400000"/>
          </a:ln>
        </p:spPr>
        <p:txBody>
          <a:bodyPr lIns="0" tIns="0" rIns="0" bIns="0" anchor="ctr"/>
          <a:lstStyle/>
          <a:p/>
        </p:txBody>
      </p:sp>
      <p:sp>
        <p:nvSpPr>
          <p:cNvPr id="73" name="Title Text"/>
          <p:cNvSpPr txBox="1"/>
          <p:nvPr>
            <p:ph type="title" hasCustomPrompt="1"/>
          </p:nvPr>
        </p:nvSpPr>
        <p:spPr>
          <a:xfrm>
            <a:off x="265500" y="1233175"/>
            <a:ext cx="4045200" cy="1482302"/>
          </a:xfrm>
          <a:prstGeom prst="rect">
            <a:avLst/>
          </a:prstGeom>
        </p:spPr>
        <p:txBody>
          <a:bodyPr anchor="b"/>
          <a:lstStyle>
            <a:lvl1pPr algn="ctr">
              <a:defRPr sz="4200"/>
            </a:lvl1pPr>
          </a:lstStyle>
          <a:p>
            <a:r>
              <a:t>Title Text</a:t>
            </a:r>
          </a:p>
        </p:txBody>
      </p:sp>
      <p:sp>
        <p:nvSpPr>
          <p:cNvPr id="74" name="Body Level One…"/>
          <p:cNvSpPr txBox="1"/>
          <p:nvPr>
            <p:ph type="body" sz="quarter" idx="1" hasCustomPrompt="1"/>
          </p:nvPr>
        </p:nvSpPr>
        <p:spPr>
          <a:xfrm>
            <a:off x="265500" y="2803075"/>
            <a:ext cx="4045200" cy="1235101"/>
          </a:xfrm>
          <a:prstGeom prst="rect">
            <a:avLst/>
          </a:prstGeom>
        </p:spPr>
        <p:txBody>
          <a:bodyPr/>
          <a:lstStyle>
            <a:lvl1pPr marL="228600" indent="-114300" algn="ctr">
              <a:lnSpc>
                <a:spcPct val="100000"/>
              </a:lnSpc>
              <a:buClrTx/>
              <a:buSzTx/>
              <a:buFontTx/>
              <a:buNone/>
              <a:defRPr sz="2100"/>
            </a:lvl1pPr>
            <a:lvl2pPr marL="228600" indent="114300" algn="ctr">
              <a:lnSpc>
                <a:spcPct val="100000"/>
              </a:lnSpc>
              <a:buClrTx/>
              <a:buSzTx/>
              <a:buFontTx/>
              <a:buNone/>
              <a:defRPr sz="2100"/>
            </a:lvl2pPr>
            <a:lvl3pPr marL="228600" indent="114300" algn="ctr">
              <a:lnSpc>
                <a:spcPct val="100000"/>
              </a:lnSpc>
              <a:buClrTx/>
              <a:buSzTx/>
              <a:buFontTx/>
              <a:buNone/>
              <a:defRPr sz="2100"/>
            </a:lvl3pPr>
            <a:lvl4pPr marL="228600" indent="114300" algn="ctr">
              <a:lnSpc>
                <a:spcPct val="100000"/>
              </a:lnSpc>
              <a:buClrTx/>
              <a:buSzTx/>
              <a:buFontTx/>
              <a:buNone/>
              <a:defRPr sz="2100"/>
            </a:lvl4pPr>
            <a:lvl5pPr marL="228600" indent="114300" algn="ctr">
              <a:lnSpc>
                <a:spcPct val="100000"/>
              </a:lnSpc>
              <a:buClrTx/>
              <a:buSzTx/>
              <a:buFontTx/>
              <a:buNone/>
              <a:defRPr sz="2100"/>
            </a:lvl5pPr>
          </a:lstStyle>
          <a:p>
            <a:r>
              <a:t>Body Level One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75" name="Google Shape;39;p9"/>
          <p:cNvSpPr txBox="1"/>
          <p:nvPr>
            <p:ph type="body" sz="half" idx="21"/>
          </p:nvPr>
        </p:nvSpPr>
        <p:spPr>
          <a:xfrm>
            <a:off x="4939500" y="724074"/>
            <a:ext cx="3837000" cy="3695103"/>
          </a:xfrm>
          <a:prstGeom prst="rect">
            <a:avLst/>
          </a:prstGeom>
        </p:spPr>
        <p:txBody>
          <a:bodyPr anchor="ctr"/>
          <a:lstStyle/>
          <a:p/>
        </p:txBody>
      </p:sp>
      <p:sp>
        <p:nvSpPr>
          <p:cNvPr id="76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APTION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Body Level One…"/>
          <p:cNvSpPr txBox="1"/>
          <p:nvPr>
            <p:ph type="body" sz="quarter" idx="1" hasCustomPrompt="1"/>
          </p:nvPr>
        </p:nvSpPr>
        <p:spPr>
          <a:xfrm>
            <a:off x="311698" y="4230575"/>
            <a:ext cx="5998804" cy="605102"/>
          </a:xfrm>
          <a:prstGeom prst="rect">
            <a:avLst/>
          </a:prstGeom>
        </p:spPr>
        <p:txBody>
          <a:bodyPr anchor="ctr"/>
          <a:lstStyle>
            <a:lvl1pPr marL="0" indent="228600">
              <a:lnSpc>
                <a:spcPct val="100000"/>
              </a:lnSpc>
              <a:buClrTx/>
              <a:buSzTx/>
              <a:buFontTx/>
              <a:buNone/>
            </a:lvl1pPr>
            <a:lvl2pPr>
              <a:lnSpc>
                <a:spcPct val="100000"/>
              </a:lnSpc>
              <a:buClrTx/>
              <a:buFontTx/>
            </a:lvl2pPr>
            <a:lvl3pPr>
              <a:lnSpc>
                <a:spcPct val="100000"/>
              </a:lnSpc>
              <a:buClrTx/>
              <a:buFontTx/>
            </a:lvl3pPr>
            <a:lvl4pPr>
              <a:lnSpc>
                <a:spcPct val="100000"/>
              </a:lnSpc>
              <a:buClrTx/>
              <a:buFontTx/>
            </a:lvl4pPr>
            <a:lvl5pPr>
              <a:lnSpc>
                <a:spcPct val="100000"/>
              </a:lnSpc>
              <a:buClrTx/>
              <a:buFontTx/>
            </a:lvl5pPr>
          </a:lstStyle>
          <a:p>
            <a:r>
              <a:t>Body Level One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8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IG_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xx%"/>
          <p:cNvSpPr txBox="1"/>
          <p:nvPr>
            <p:ph type="title" hasCustomPrompt="1"/>
          </p:nvPr>
        </p:nvSpPr>
        <p:spPr>
          <a:xfrm>
            <a:off x="311698" y="1106125"/>
            <a:ext cx="8520603" cy="1963500"/>
          </a:xfrm>
          <a:prstGeom prst="rect">
            <a:avLst/>
          </a:prstGeom>
        </p:spPr>
        <p:txBody>
          <a:bodyPr anchor="b"/>
          <a:lstStyle>
            <a:lvl1pPr algn="ctr">
              <a:defRPr sz="12000"/>
            </a:lvl1pPr>
          </a:lstStyle>
          <a:p>
            <a:r>
              <a:t>xx%</a:t>
            </a:r>
          </a:p>
        </p:txBody>
      </p:sp>
      <p:sp>
        <p:nvSpPr>
          <p:cNvPr id="92" name="Body Level One…"/>
          <p:cNvSpPr txBox="1"/>
          <p:nvPr>
            <p:ph type="body" sz="half" idx="1" hasCustomPrompt="1"/>
          </p:nvPr>
        </p:nvSpPr>
        <p:spPr>
          <a:xfrm>
            <a:off x="311698" y="3152225"/>
            <a:ext cx="8520603" cy="1300800"/>
          </a:xfrm>
          <a:prstGeom prst="rect">
            <a:avLst/>
          </a:prstGeom>
        </p:spPr>
        <p:txBody>
          <a:bodyPr/>
          <a:lstStyle>
            <a:lvl1pPr algn="ctr"/>
            <a:lvl2pPr algn="ctr"/>
            <a:lvl3pPr algn="ctr"/>
            <a:lvl4pPr algn="ctr"/>
            <a:lvl5pPr algn="ctr"/>
          </a:lstStyle>
          <a:p>
            <a:r>
              <a:t>Body Level One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9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"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58;p14"/>
          <p:cNvSpPr/>
          <p:nvPr/>
        </p:nvSpPr>
        <p:spPr>
          <a:xfrm>
            <a:off x="-20437" y="1710258"/>
            <a:ext cx="9265802" cy="2201700"/>
          </a:xfrm>
          <a:prstGeom prst="rect">
            <a:avLst/>
          </a:prstGeom>
          <a:solidFill>
            <a:srgbClr val="E7E6E6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5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</a:p>
        </p:txBody>
      </p:sp>
      <p:sp>
        <p:nvSpPr>
          <p:cNvPr id="108" name="Title Text"/>
          <p:cNvSpPr txBox="1"/>
          <p:nvPr>
            <p:ph type="title" hasCustomPrompt="1"/>
          </p:nvPr>
        </p:nvSpPr>
        <p:spPr>
          <a:xfrm>
            <a:off x="4316803" y="1797455"/>
            <a:ext cx="4704902" cy="1014302"/>
          </a:xfrm>
          <a:prstGeom prst="rect">
            <a:avLst/>
          </a:prstGeom>
        </p:spPr>
        <p:txBody>
          <a:bodyPr lIns="0" tIns="0" rIns="0" bIns="0"/>
          <a:lstStyle>
            <a:lvl1pPr>
              <a:defRPr sz="4800" b="1">
                <a:solidFill>
                  <a:srgbClr val="5E90E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r>
              <a:t>Title Text</a:t>
            </a:r>
          </a:p>
        </p:txBody>
      </p:sp>
      <p:sp>
        <p:nvSpPr>
          <p:cNvPr id="109" name="Body Level One…"/>
          <p:cNvSpPr txBox="1"/>
          <p:nvPr>
            <p:ph type="body" sz="quarter" idx="1" hasCustomPrompt="1"/>
          </p:nvPr>
        </p:nvSpPr>
        <p:spPr>
          <a:xfrm>
            <a:off x="4391025" y="2537460"/>
            <a:ext cx="4556701" cy="1285802"/>
          </a:xfrm>
          <a:prstGeom prst="rect">
            <a:avLst/>
          </a:prstGeom>
        </p:spPr>
        <p:txBody>
          <a:bodyPr lIns="0" tIns="0" rIns="0" bIns="0"/>
          <a:lstStyle>
            <a:lvl1pPr marL="0" indent="228600">
              <a:lnSpc>
                <a:spcPct val="100000"/>
              </a:lnSpc>
              <a:spcBef>
                <a:spcPts val="1200"/>
              </a:spcBef>
              <a:buClrTx/>
              <a:buSzTx/>
              <a:buFontTx/>
              <a:buNone/>
              <a:defRPr sz="23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0" indent="228600">
              <a:lnSpc>
                <a:spcPct val="100000"/>
              </a:lnSpc>
              <a:spcBef>
                <a:spcPts val="1200"/>
              </a:spcBef>
              <a:buClrTx/>
              <a:buSzTx/>
              <a:buFontTx/>
              <a:buNone/>
              <a:defRPr sz="23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0" indent="228600">
              <a:lnSpc>
                <a:spcPct val="100000"/>
              </a:lnSpc>
              <a:spcBef>
                <a:spcPts val="1200"/>
              </a:spcBef>
              <a:buClrTx/>
              <a:buSzTx/>
              <a:buFontTx/>
              <a:buNone/>
              <a:defRPr sz="23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0" indent="228600">
              <a:lnSpc>
                <a:spcPct val="100000"/>
              </a:lnSpc>
              <a:spcBef>
                <a:spcPts val="1200"/>
              </a:spcBef>
              <a:buClrTx/>
              <a:buSzTx/>
              <a:buFontTx/>
              <a:buNone/>
              <a:defRPr sz="23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0" indent="228600">
              <a:lnSpc>
                <a:spcPct val="100000"/>
              </a:lnSpc>
              <a:spcBef>
                <a:spcPts val="1200"/>
              </a:spcBef>
              <a:buClrTx/>
              <a:buSzTx/>
              <a:buFontTx/>
              <a:buNone/>
              <a:defRPr sz="23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</a:lstStyle>
          <a:p>
            <a:r>
              <a:t>Body Level One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pic>
        <p:nvPicPr>
          <p:cNvPr id="110" name="Google Shape;61;p14" descr="Google Shape;61;p14"/>
          <p:cNvPicPr>
            <a:picLocks noChangeAspect="1"/>
          </p:cNvPicPr>
          <p:nvPr/>
        </p:nvPicPr>
        <p:blipFill>
          <a:blip r:embed="rId3"/>
          <a:srcRect l="4387" t="12167" r="4396" b="12167"/>
          <a:stretch>
            <a:fillRect/>
          </a:stretch>
        </p:blipFill>
        <p:spPr>
          <a:xfrm>
            <a:off x="367418" y="1955562"/>
            <a:ext cx="3002391" cy="115526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11" name="Google Shape;62;p14"/>
          <p:cNvSpPr txBox="1"/>
          <p:nvPr>
            <p:ph type="body" sz="quarter" idx="21"/>
          </p:nvPr>
        </p:nvSpPr>
        <p:spPr>
          <a:xfrm>
            <a:off x="2614611" y="4751508"/>
            <a:ext cx="4353003" cy="172802"/>
          </a:xfrm>
          <a:prstGeom prst="rect">
            <a:avLst/>
          </a:prstGeom>
        </p:spPr>
        <p:txBody>
          <a:bodyPr lIns="50800" tIns="50800" rIns="50800" bIns="50800" anchor="b"/>
          <a:lstStyle/>
          <a:p>
            <a:pPr marL="182880" indent="-137160" defTabSz="365760">
              <a:buSzPts val="700"/>
              <a:defRPr sz="720"/>
            </a:pPr>
          </a:p>
        </p:txBody>
      </p:sp>
      <p:pic>
        <p:nvPicPr>
          <p:cNvPr id="112" name="Google Shape;63;p14" descr="Google Shape;63;p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31173" y="3396979"/>
            <a:ext cx="1429406" cy="31547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13" name="Google Shape;64;p14" descr="Google Shape;64;p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4088" y="3439292"/>
            <a:ext cx="982217" cy="230846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14" name="Slide Number"/>
          <p:cNvSpPr txBox="1"/>
          <p:nvPr>
            <p:ph type="sldNum" sz="quarter" idx="2"/>
          </p:nvPr>
        </p:nvSpPr>
        <p:spPr>
          <a:xfrm>
            <a:off x="8490412" y="4783454"/>
            <a:ext cx="196292" cy="185878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>
            <a:lvl1pPr>
              <a:defRPr sz="1300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54;p13"/>
          <p:cNvSpPr/>
          <p:nvPr/>
        </p:nvSpPr>
        <p:spPr>
          <a:xfrm>
            <a:off x="8257030" y="4727447"/>
            <a:ext cx="788702" cy="315602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5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</a:p>
        </p:txBody>
      </p:sp>
      <p:pic>
        <p:nvPicPr>
          <p:cNvPr id="122" name="Google Shape;55;p13" descr="Google Shape;55;p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2508" y="4727447"/>
            <a:ext cx="1429406" cy="31547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23" name="Google Shape;56;p13" descr="Google Shape;56;p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983" y="4769758"/>
            <a:ext cx="982217" cy="23084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24" name="Title Text"/>
          <p:cNvSpPr txBox="1"/>
          <p:nvPr>
            <p:ph type="title" hasCustomPrompt="1"/>
          </p:nvPr>
        </p:nvSpPr>
        <p:spPr>
          <a:xfrm>
            <a:off x="505420" y="86321"/>
            <a:ext cx="8043302" cy="480001"/>
          </a:xfrm>
          <a:prstGeom prst="rect">
            <a:avLst/>
          </a:prstGeom>
        </p:spPr>
        <p:txBody>
          <a:bodyPr lIns="0" tIns="0" rIns="0" bIns="0"/>
          <a:lstStyle>
            <a:lvl1pPr>
              <a:defRPr sz="4800" b="1">
                <a:solidFill>
                  <a:srgbClr val="5E90E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r>
              <a:t>Title Text</a:t>
            </a:r>
          </a:p>
        </p:txBody>
      </p:sp>
      <p:sp>
        <p:nvSpPr>
          <p:cNvPr id="125" name="Body Level One…"/>
          <p:cNvSpPr txBox="1"/>
          <p:nvPr>
            <p:ph type="body" idx="1" hasCustomPrompt="1"/>
          </p:nvPr>
        </p:nvSpPr>
        <p:spPr>
          <a:xfrm>
            <a:off x="486372" y="1076599"/>
            <a:ext cx="8304301" cy="3792602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00000"/>
              </a:lnSpc>
              <a:spcBef>
                <a:spcPts val="1200"/>
              </a:spcBef>
              <a:buClr>
                <a:srgbClr val="000000"/>
              </a:buClr>
              <a:buFont typeface="Helvetica"/>
              <a:buChar char="‣"/>
              <a:defRPr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914400" indent="-314325">
              <a:lnSpc>
                <a:spcPct val="100000"/>
              </a:lnSpc>
              <a:spcBef>
                <a:spcPts val="1200"/>
              </a:spcBef>
              <a:buClr>
                <a:srgbClr val="000000"/>
              </a:buClr>
              <a:buFont typeface="Helvetica"/>
              <a:buChar char="•"/>
              <a:defRPr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1371600" indent="-314325">
              <a:lnSpc>
                <a:spcPct val="100000"/>
              </a:lnSpc>
              <a:spcBef>
                <a:spcPts val="1200"/>
              </a:spcBef>
              <a:buClr>
                <a:srgbClr val="000000"/>
              </a:buClr>
              <a:buFont typeface="Helvetica"/>
              <a:buChar char="-"/>
              <a:defRPr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1828800" indent="-314325">
              <a:lnSpc>
                <a:spcPct val="100000"/>
              </a:lnSpc>
              <a:spcBef>
                <a:spcPts val="1200"/>
              </a:spcBef>
              <a:buClr>
                <a:srgbClr val="000000"/>
              </a:buClr>
              <a:buFont typeface="Helvetica"/>
              <a:buChar char="-"/>
              <a:defRPr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2286000" indent="-314325">
              <a:lnSpc>
                <a:spcPct val="100000"/>
              </a:lnSpc>
              <a:spcBef>
                <a:spcPts val="1200"/>
              </a:spcBef>
              <a:buClr>
                <a:srgbClr val="000000"/>
              </a:buClr>
              <a:buFont typeface="Helvetica"/>
              <a:buChar char="-"/>
              <a:defRPr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defRPr>
            </a:lvl5pPr>
          </a:lstStyle>
          <a:p>
            <a:r>
              <a:t>Body Level One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126" name="Google Shape;70;p15"/>
          <p:cNvSpPr txBox="1"/>
          <p:nvPr>
            <p:ph type="body" sz="quarter" idx="21"/>
          </p:nvPr>
        </p:nvSpPr>
        <p:spPr>
          <a:xfrm>
            <a:off x="538945" y="615591"/>
            <a:ext cx="6713700" cy="252002"/>
          </a:xfrm>
          <a:prstGeom prst="rect">
            <a:avLst/>
          </a:prstGeom>
        </p:spPr>
        <p:txBody>
          <a:bodyPr lIns="50800" tIns="50800" rIns="50800" bIns="50800"/>
          <a:lstStyle/>
          <a:p>
            <a:pPr marL="292735" indent="-219710" defTabSz="585470">
              <a:buSzPts val="1100"/>
              <a:defRPr sz="1150"/>
            </a:pPr>
          </a:p>
        </p:txBody>
      </p:sp>
      <p:sp>
        <p:nvSpPr>
          <p:cNvPr id="127" name="Slide Number"/>
          <p:cNvSpPr txBox="1"/>
          <p:nvPr>
            <p:ph type="sldNum" sz="quarter" idx="2"/>
          </p:nvPr>
        </p:nvSpPr>
        <p:spPr>
          <a:xfrm>
            <a:off x="4539764" y="4781550"/>
            <a:ext cx="269987" cy="265621"/>
          </a:xfrm>
          <a:prstGeom prst="rect">
            <a:avLst/>
          </a:prstGeom>
        </p:spPr>
        <p:txBody>
          <a:bodyPr lIns="64275" tIns="64275" rIns="64275" bIns="64275" anchor="t">
            <a:spAutoFit/>
          </a:bodyPr>
          <a:lstStyle>
            <a:lvl1pPr>
              <a:defRPr>
                <a:solidFill>
                  <a:srgbClr val="A7A7A7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72;p16"/>
          <p:cNvSpPr/>
          <p:nvPr/>
        </p:nvSpPr>
        <p:spPr>
          <a:xfrm>
            <a:off x="4561087" y="0"/>
            <a:ext cx="4581903" cy="5143500"/>
          </a:xfrm>
          <a:prstGeom prst="rect">
            <a:avLst/>
          </a:prstGeom>
          <a:solidFill>
            <a:srgbClr val="E7E6E6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5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</a:p>
        </p:txBody>
      </p:sp>
      <p:sp>
        <p:nvSpPr>
          <p:cNvPr id="135" name="Title Text"/>
          <p:cNvSpPr txBox="1"/>
          <p:nvPr>
            <p:ph type="title" hasCustomPrompt="1"/>
          </p:nvPr>
        </p:nvSpPr>
        <p:spPr>
          <a:xfrm>
            <a:off x="367900" y="2136967"/>
            <a:ext cx="3987002" cy="869702"/>
          </a:xfrm>
          <a:prstGeom prst="rect">
            <a:avLst/>
          </a:prstGeom>
        </p:spPr>
        <p:txBody>
          <a:bodyPr lIns="0" tIns="0" rIns="0" bIns="0"/>
          <a:lstStyle>
            <a:lvl1pPr>
              <a:defRPr sz="4800" b="1">
                <a:solidFill>
                  <a:srgbClr val="5E90E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r>
              <a:t>Title Text</a:t>
            </a:r>
          </a:p>
        </p:txBody>
      </p:sp>
      <p:sp>
        <p:nvSpPr>
          <p:cNvPr id="136" name="Google Shape;74;p16"/>
          <p:cNvSpPr txBox="1"/>
          <p:nvPr/>
        </p:nvSpPr>
        <p:spPr>
          <a:xfrm>
            <a:off x="5416108" y="3428515"/>
            <a:ext cx="3115802" cy="44314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 marR="3810" indent="5080" algn="ctr">
              <a:lnSpc>
                <a:spcPct val="115000"/>
              </a:lnSpc>
              <a:defRPr sz="15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t>The first all-in-one open source  software for autonomous driving</a:t>
            </a:r>
          </a:p>
        </p:txBody>
      </p:sp>
      <p:pic>
        <p:nvPicPr>
          <p:cNvPr id="137" name="Google Shape;75;p16" descr="Google Shape;75;p16"/>
          <p:cNvPicPr>
            <a:picLocks noChangeAspect="1"/>
          </p:cNvPicPr>
          <p:nvPr/>
        </p:nvPicPr>
        <p:blipFill>
          <a:blip r:embed="rId2"/>
          <a:srcRect l="4387" t="12167" r="4396" b="12167"/>
          <a:stretch>
            <a:fillRect/>
          </a:stretch>
        </p:blipFill>
        <p:spPr>
          <a:xfrm>
            <a:off x="5350809" y="1460262"/>
            <a:ext cx="3002385" cy="115526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38" name="Body Level One…"/>
          <p:cNvSpPr txBox="1"/>
          <p:nvPr>
            <p:ph type="body" sz="quarter" idx="1" hasCustomPrompt="1"/>
          </p:nvPr>
        </p:nvSpPr>
        <p:spPr>
          <a:xfrm>
            <a:off x="443695" y="3063517"/>
            <a:ext cx="4023001" cy="252002"/>
          </a:xfrm>
          <a:prstGeom prst="rect">
            <a:avLst/>
          </a:prstGeom>
        </p:spPr>
        <p:txBody>
          <a:bodyPr lIns="50800" tIns="50800" rIns="50800" bIns="50800"/>
          <a:lstStyle>
            <a:lvl1pPr marL="0" indent="228600">
              <a:lnSpc>
                <a:spcPct val="100000"/>
              </a:lnSpc>
              <a:buClrTx/>
              <a:buSzTx/>
              <a:buFontTx/>
              <a:buNone/>
              <a:defRPr sz="1300" b="1">
                <a:solidFill>
                  <a:srgbClr val="A9A9A9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826770" indent="-226695">
              <a:lnSpc>
                <a:spcPct val="100000"/>
              </a:lnSpc>
              <a:buClrTx/>
              <a:buSzPts val="1300"/>
              <a:buFontTx/>
              <a:buChar char="•"/>
              <a:defRPr sz="1300" b="1">
                <a:solidFill>
                  <a:srgbClr val="A9A9A9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283970" indent="-226695">
              <a:lnSpc>
                <a:spcPct val="100000"/>
              </a:lnSpc>
              <a:buClrTx/>
              <a:buSzPts val="1300"/>
              <a:buFontTx/>
              <a:buChar char="-"/>
              <a:defRPr sz="1300" b="1">
                <a:solidFill>
                  <a:srgbClr val="A9A9A9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741170" indent="-226695">
              <a:lnSpc>
                <a:spcPct val="100000"/>
              </a:lnSpc>
              <a:buClrTx/>
              <a:buSzPts val="1300"/>
              <a:buFontTx/>
              <a:buChar char="-"/>
              <a:defRPr sz="1300" b="1">
                <a:solidFill>
                  <a:srgbClr val="A9A9A9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198370" indent="-226695">
              <a:lnSpc>
                <a:spcPct val="100000"/>
              </a:lnSpc>
              <a:buClrTx/>
              <a:buSzPts val="1300"/>
              <a:buFontTx/>
              <a:buChar char="-"/>
              <a:defRPr sz="1300" b="1">
                <a:solidFill>
                  <a:srgbClr val="A9A9A9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</a:lstStyle>
          <a:p>
            <a:r>
              <a:t>Body Level One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139" name="Slide Number"/>
          <p:cNvSpPr txBox="1"/>
          <p:nvPr>
            <p:ph type="sldNum" sz="quarter" idx="2"/>
          </p:nvPr>
        </p:nvSpPr>
        <p:spPr>
          <a:xfrm>
            <a:off x="4473346" y="4782787"/>
            <a:ext cx="196293" cy="185878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>
            <a:lvl1pPr>
              <a:defRPr sz="1300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54;p13"/>
          <p:cNvSpPr/>
          <p:nvPr/>
        </p:nvSpPr>
        <p:spPr>
          <a:xfrm>
            <a:off x="8257030" y="4727447"/>
            <a:ext cx="788702" cy="315602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5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</a:p>
        </p:txBody>
      </p:sp>
      <p:pic>
        <p:nvPicPr>
          <p:cNvPr id="147" name="Google Shape;55;p13" descr="Google Shape;55;p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2508" y="4727447"/>
            <a:ext cx="1429406" cy="31547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48" name="Google Shape;56;p13" descr="Google Shape;56;p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983" y="4769758"/>
            <a:ext cx="982217" cy="23084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49" name="Title Text"/>
          <p:cNvSpPr txBox="1"/>
          <p:nvPr>
            <p:ph type="title" hasCustomPrompt="1"/>
          </p:nvPr>
        </p:nvSpPr>
        <p:spPr>
          <a:xfrm>
            <a:off x="581622" y="86321"/>
            <a:ext cx="6590101" cy="783000"/>
          </a:xfrm>
          <a:prstGeom prst="rect">
            <a:avLst/>
          </a:prstGeom>
        </p:spPr>
        <p:txBody>
          <a:bodyPr lIns="0" tIns="0" rIns="0" bIns="0"/>
          <a:lstStyle>
            <a:lvl1pPr>
              <a:defRPr sz="4800" b="1">
                <a:solidFill>
                  <a:srgbClr val="5E90E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r>
              <a:t>Title Text</a:t>
            </a:r>
          </a:p>
        </p:txBody>
      </p:sp>
      <p:sp>
        <p:nvSpPr>
          <p:cNvPr id="150" name="Body Level One…"/>
          <p:cNvSpPr txBox="1"/>
          <p:nvPr>
            <p:ph type="body" idx="1" hasCustomPrompt="1"/>
          </p:nvPr>
        </p:nvSpPr>
        <p:spPr>
          <a:xfrm>
            <a:off x="486372" y="918208"/>
            <a:ext cx="8304301" cy="3951002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00000"/>
              </a:lnSpc>
              <a:spcBef>
                <a:spcPts val="1200"/>
              </a:spcBef>
              <a:buClr>
                <a:srgbClr val="000000"/>
              </a:buClr>
              <a:buFont typeface="Helvetica"/>
              <a:buChar char="‣"/>
              <a:defRPr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914400" indent="-314325">
              <a:lnSpc>
                <a:spcPct val="100000"/>
              </a:lnSpc>
              <a:spcBef>
                <a:spcPts val="1200"/>
              </a:spcBef>
              <a:buClr>
                <a:srgbClr val="000000"/>
              </a:buClr>
              <a:buFont typeface="Helvetica"/>
              <a:buChar char="•"/>
              <a:defRPr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1371600" indent="-314325">
              <a:lnSpc>
                <a:spcPct val="100000"/>
              </a:lnSpc>
              <a:spcBef>
                <a:spcPts val="1200"/>
              </a:spcBef>
              <a:buClr>
                <a:srgbClr val="000000"/>
              </a:buClr>
              <a:buFont typeface="Helvetica"/>
              <a:buChar char="-"/>
              <a:defRPr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1828800" indent="-314325">
              <a:lnSpc>
                <a:spcPct val="100000"/>
              </a:lnSpc>
              <a:spcBef>
                <a:spcPts val="1200"/>
              </a:spcBef>
              <a:buClr>
                <a:srgbClr val="000000"/>
              </a:buClr>
              <a:buFont typeface="Helvetica"/>
              <a:buChar char="-"/>
              <a:defRPr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2286000" indent="-314325">
              <a:lnSpc>
                <a:spcPct val="100000"/>
              </a:lnSpc>
              <a:spcBef>
                <a:spcPts val="1200"/>
              </a:spcBef>
              <a:buClr>
                <a:srgbClr val="000000"/>
              </a:buClr>
              <a:buFont typeface="Helvetica"/>
              <a:buChar char="-"/>
              <a:defRPr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defRPr>
            </a:lvl5pPr>
          </a:lstStyle>
          <a:p>
            <a:r>
              <a:t>Body Level One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151" name="Slide Number"/>
          <p:cNvSpPr txBox="1"/>
          <p:nvPr>
            <p:ph type="sldNum" sz="quarter" idx="2"/>
          </p:nvPr>
        </p:nvSpPr>
        <p:spPr>
          <a:xfrm>
            <a:off x="4539764" y="4781550"/>
            <a:ext cx="269987" cy="265621"/>
          </a:xfrm>
          <a:prstGeom prst="rect">
            <a:avLst/>
          </a:prstGeom>
        </p:spPr>
        <p:txBody>
          <a:bodyPr lIns="64275" tIns="64275" rIns="64275" bIns="64275" anchor="t">
            <a:spAutoFit/>
          </a:bodyPr>
          <a:lstStyle>
            <a:lvl1pPr>
              <a:defRPr>
                <a:solidFill>
                  <a:srgbClr val="A7A7A7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54;p13"/>
          <p:cNvSpPr/>
          <p:nvPr/>
        </p:nvSpPr>
        <p:spPr>
          <a:xfrm>
            <a:off x="8257030" y="4727447"/>
            <a:ext cx="788702" cy="315602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5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</a:p>
        </p:txBody>
      </p:sp>
      <p:pic>
        <p:nvPicPr>
          <p:cNvPr id="159" name="Google Shape;55;p13" descr="Google Shape;55;p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2508" y="4727447"/>
            <a:ext cx="1429406" cy="31547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60" name="Google Shape;56;p13" descr="Google Shape;56;p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983" y="4769758"/>
            <a:ext cx="982217" cy="23084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61" name="Title Text"/>
          <p:cNvSpPr txBox="1"/>
          <p:nvPr>
            <p:ph type="title" hasCustomPrompt="1"/>
          </p:nvPr>
        </p:nvSpPr>
        <p:spPr>
          <a:xfrm>
            <a:off x="158351" y="-17907"/>
            <a:ext cx="6002700" cy="476400"/>
          </a:xfrm>
          <a:prstGeom prst="rect">
            <a:avLst/>
          </a:prstGeom>
        </p:spPr>
        <p:txBody>
          <a:bodyPr lIns="0" tIns="0" rIns="0" bIns="0"/>
          <a:lstStyle>
            <a:lvl1pPr>
              <a:defRPr sz="4800" b="1">
                <a:solidFill>
                  <a:srgbClr val="5E90E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r>
              <a:t>Title Text</a:t>
            </a:r>
          </a:p>
        </p:txBody>
      </p:sp>
      <p:sp>
        <p:nvSpPr>
          <p:cNvPr id="162" name="Slide Number"/>
          <p:cNvSpPr txBox="1"/>
          <p:nvPr>
            <p:ph type="sldNum" sz="quarter" idx="2"/>
          </p:nvPr>
        </p:nvSpPr>
        <p:spPr>
          <a:xfrm>
            <a:off x="4515700" y="4782787"/>
            <a:ext cx="153925" cy="148845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>
            <a:lvl1pPr>
              <a:defRPr>
                <a:solidFill>
                  <a:srgbClr val="A7A7A7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54;p13"/>
          <p:cNvSpPr/>
          <p:nvPr/>
        </p:nvSpPr>
        <p:spPr>
          <a:xfrm>
            <a:off x="8257030" y="4727447"/>
            <a:ext cx="788702" cy="315602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5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</a:p>
        </p:txBody>
      </p:sp>
      <p:pic>
        <p:nvPicPr>
          <p:cNvPr id="170" name="Google Shape;55;p13" descr="Google Shape;55;p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2508" y="4727447"/>
            <a:ext cx="1429406" cy="31547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71" name="Google Shape;56;p13" descr="Google Shape;56;p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983" y="4769758"/>
            <a:ext cx="982217" cy="23084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72" name="Title Text"/>
          <p:cNvSpPr txBox="1"/>
          <p:nvPr>
            <p:ph type="title" hasCustomPrompt="1"/>
          </p:nvPr>
        </p:nvSpPr>
        <p:spPr>
          <a:xfrm>
            <a:off x="158351" y="-17907"/>
            <a:ext cx="6002700" cy="476400"/>
          </a:xfrm>
          <a:prstGeom prst="rect">
            <a:avLst/>
          </a:prstGeom>
        </p:spPr>
        <p:txBody>
          <a:bodyPr lIns="0" tIns="0" rIns="0" bIns="0"/>
          <a:lstStyle>
            <a:lvl1pPr>
              <a:defRPr sz="4800" b="1">
                <a:solidFill>
                  <a:srgbClr val="5E90E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r>
              <a:t>Title Text</a:t>
            </a:r>
          </a:p>
        </p:txBody>
      </p:sp>
      <p:sp>
        <p:nvSpPr>
          <p:cNvPr id="173" name="Body Level One…"/>
          <p:cNvSpPr txBox="1"/>
          <p:nvPr>
            <p:ph type="body" sz="quarter" idx="1" hasCustomPrompt="1"/>
          </p:nvPr>
        </p:nvSpPr>
        <p:spPr>
          <a:xfrm>
            <a:off x="663099" y="464058"/>
            <a:ext cx="5497803" cy="476402"/>
          </a:xfrm>
          <a:prstGeom prst="rect">
            <a:avLst/>
          </a:prstGeom>
        </p:spPr>
        <p:txBody>
          <a:bodyPr lIns="0" tIns="0" rIns="0" bIns="0"/>
          <a:lstStyle>
            <a:lvl1pPr marL="0" indent="228600">
              <a:lnSpc>
                <a:spcPct val="100000"/>
              </a:lnSpc>
              <a:buClrTx/>
              <a:buSzTx/>
              <a:buFontTx/>
              <a:buNone/>
              <a:defRPr sz="3000">
                <a:solidFill>
                  <a:srgbClr val="A7A7A7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1123950" indent="-523875">
              <a:lnSpc>
                <a:spcPct val="100000"/>
              </a:lnSpc>
              <a:buClrTx/>
              <a:buSzPts val="3000"/>
              <a:buFontTx/>
              <a:buChar char="•"/>
              <a:defRPr sz="3000">
                <a:solidFill>
                  <a:srgbClr val="A7A7A7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581150" indent="-523875">
              <a:lnSpc>
                <a:spcPct val="100000"/>
              </a:lnSpc>
              <a:buClrTx/>
              <a:buSzPts val="3000"/>
              <a:buFontTx/>
              <a:buChar char="-"/>
              <a:defRPr sz="3000">
                <a:solidFill>
                  <a:srgbClr val="A7A7A7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2038350" indent="-523875">
              <a:lnSpc>
                <a:spcPct val="100000"/>
              </a:lnSpc>
              <a:buClrTx/>
              <a:buSzPts val="3000"/>
              <a:buFontTx/>
              <a:buChar char="-"/>
              <a:defRPr sz="3000">
                <a:solidFill>
                  <a:srgbClr val="A7A7A7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495550" indent="-523875">
              <a:lnSpc>
                <a:spcPct val="100000"/>
              </a:lnSpc>
              <a:buClrTx/>
              <a:buSzPts val="3000"/>
              <a:buFontTx/>
              <a:buChar char="-"/>
              <a:defRPr sz="3000">
                <a:solidFill>
                  <a:srgbClr val="A7A7A7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</a:lstStyle>
          <a:p>
            <a:r>
              <a:t>Body Level One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174" name="Slide Number"/>
          <p:cNvSpPr txBox="1"/>
          <p:nvPr>
            <p:ph type="sldNum" sz="quarter" idx="2"/>
          </p:nvPr>
        </p:nvSpPr>
        <p:spPr>
          <a:xfrm>
            <a:off x="8490412" y="4783454"/>
            <a:ext cx="196292" cy="185878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>
            <a:lvl1pPr>
              <a:defRPr sz="1300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Bullets, &amp; Photo cop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54;p13"/>
          <p:cNvSpPr/>
          <p:nvPr/>
        </p:nvSpPr>
        <p:spPr>
          <a:xfrm>
            <a:off x="8257030" y="4727447"/>
            <a:ext cx="788702" cy="315602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5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</a:p>
        </p:txBody>
      </p:sp>
      <p:pic>
        <p:nvPicPr>
          <p:cNvPr id="182" name="Google Shape;55;p13" descr="Google Shape;55;p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2508" y="4727447"/>
            <a:ext cx="1429406" cy="31547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83" name="Google Shape;56;p13" descr="Google Shape;56;p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983" y="4769758"/>
            <a:ext cx="982217" cy="23084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84" name="Title Text"/>
          <p:cNvSpPr txBox="1"/>
          <p:nvPr>
            <p:ph type="title" hasCustomPrompt="1"/>
          </p:nvPr>
        </p:nvSpPr>
        <p:spPr>
          <a:xfrm>
            <a:off x="343494" y="191096"/>
            <a:ext cx="8457003" cy="468901"/>
          </a:xfrm>
          <a:prstGeom prst="rect">
            <a:avLst/>
          </a:prstGeom>
        </p:spPr>
        <p:txBody>
          <a:bodyPr lIns="0" tIns="0" rIns="0" bIns="0"/>
          <a:lstStyle>
            <a:lvl1pPr>
              <a:defRPr sz="4800" b="1">
                <a:solidFill>
                  <a:srgbClr val="5E90E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r>
              <a:t>Title Text</a:t>
            </a:r>
          </a:p>
        </p:txBody>
      </p:sp>
      <p:sp>
        <p:nvSpPr>
          <p:cNvPr id="185" name="Google Shape;92;p20"/>
          <p:cNvSpPr/>
          <p:nvPr>
            <p:ph type="pic" sz="half" idx="21"/>
          </p:nvPr>
        </p:nvSpPr>
        <p:spPr>
          <a:xfrm>
            <a:off x="4999863" y="554421"/>
            <a:ext cx="3578100" cy="4290301"/>
          </a:xfrm>
          <a:prstGeom prst="rect">
            <a:avLst/>
          </a:prstGeom>
          <a:ln w="9525">
            <a:solidFill>
              <a:srgbClr val="000000"/>
            </a:solidFill>
            <a:round/>
          </a:ln>
        </p:spPr>
        <p:txBody>
          <a:bodyPr lIns="91439" tIns="45719" rIns="91439" bIns="45719">
            <a:noAutofit/>
          </a:bodyPr>
          <a:lstStyle/>
          <a:p/>
        </p:txBody>
      </p:sp>
      <p:sp>
        <p:nvSpPr>
          <p:cNvPr id="186" name="Body Level One…"/>
          <p:cNvSpPr txBox="1"/>
          <p:nvPr>
            <p:ph type="body" sz="half" idx="1" hasCustomPrompt="1"/>
          </p:nvPr>
        </p:nvSpPr>
        <p:spPr>
          <a:xfrm>
            <a:off x="513587" y="707064"/>
            <a:ext cx="4015200" cy="4131601"/>
          </a:xfrm>
          <a:prstGeom prst="rect">
            <a:avLst/>
          </a:prstGeom>
        </p:spPr>
        <p:txBody>
          <a:bodyPr lIns="0" tIns="0" rIns="0" bIns="0"/>
          <a:lstStyle>
            <a:lvl1pPr indent="-375920">
              <a:lnSpc>
                <a:spcPct val="100000"/>
              </a:lnSpc>
              <a:spcBef>
                <a:spcPts val="1200"/>
              </a:spcBef>
              <a:buClr>
                <a:srgbClr val="000000"/>
              </a:buClr>
              <a:buSzPts val="2300"/>
              <a:buFont typeface="Helvetica"/>
              <a:buChar char="‣"/>
              <a:defRPr sz="2300">
                <a:solidFill>
                  <a:srgbClr val="53535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914400" indent="-339090">
              <a:lnSpc>
                <a:spcPct val="100000"/>
              </a:lnSpc>
              <a:spcBef>
                <a:spcPts val="1200"/>
              </a:spcBef>
              <a:buClr>
                <a:srgbClr val="000000"/>
              </a:buClr>
              <a:buSzPts val="2300"/>
              <a:buFont typeface="Helvetica"/>
              <a:buChar char="•"/>
              <a:defRPr sz="2300">
                <a:solidFill>
                  <a:srgbClr val="53535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1371600" indent="-339090">
              <a:lnSpc>
                <a:spcPct val="100000"/>
              </a:lnSpc>
              <a:spcBef>
                <a:spcPts val="1200"/>
              </a:spcBef>
              <a:buClr>
                <a:srgbClr val="000000"/>
              </a:buClr>
              <a:buSzPts val="2300"/>
              <a:buFont typeface="Helvetica"/>
              <a:buChar char="•"/>
              <a:defRPr sz="2300">
                <a:solidFill>
                  <a:srgbClr val="53535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1828800" indent="-339090">
              <a:lnSpc>
                <a:spcPct val="100000"/>
              </a:lnSpc>
              <a:spcBef>
                <a:spcPts val="1200"/>
              </a:spcBef>
              <a:buClr>
                <a:srgbClr val="000000"/>
              </a:buClr>
              <a:buSzPts val="2300"/>
              <a:buFont typeface="Helvetica"/>
              <a:buChar char="๏"/>
              <a:defRPr sz="2300">
                <a:solidFill>
                  <a:srgbClr val="53535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2286000" indent="-339090">
              <a:lnSpc>
                <a:spcPct val="100000"/>
              </a:lnSpc>
              <a:spcBef>
                <a:spcPts val="1200"/>
              </a:spcBef>
              <a:buClr>
                <a:srgbClr val="000000"/>
              </a:buClr>
              <a:buSzPts val="2300"/>
              <a:buFont typeface="Helvetica"/>
              <a:buChar char="๏"/>
              <a:defRPr sz="2300">
                <a:solidFill>
                  <a:srgbClr val="535353"/>
                </a:solidFill>
                <a:latin typeface="Nunito"/>
                <a:ea typeface="Nunito"/>
                <a:cs typeface="Nunito"/>
                <a:sym typeface="Nunito"/>
              </a:defRPr>
            </a:lvl5pPr>
          </a:lstStyle>
          <a:p>
            <a:r>
              <a:t>Body Level One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187" name="Slide Number"/>
          <p:cNvSpPr txBox="1"/>
          <p:nvPr>
            <p:ph type="sldNum" sz="quarter" idx="2"/>
          </p:nvPr>
        </p:nvSpPr>
        <p:spPr>
          <a:xfrm>
            <a:off x="4539764" y="4781550"/>
            <a:ext cx="269987" cy="265621"/>
          </a:xfrm>
          <a:prstGeom prst="rect">
            <a:avLst/>
          </a:prstGeom>
        </p:spPr>
        <p:txBody>
          <a:bodyPr lIns="64275" tIns="64275" rIns="64275" bIns="64275" anchor="t">
            <a:spAutoFit/>
          </a:bodyPr>
          <a:lstStyle>
            <a:lvl1pPr>
              <a:defRPr>
                <a:solidFill>
                  <a:srgbClr val="A7A7A7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54;p13"/>
          <p:cNvSpPr/>
          <p:nvPr/>
        </p:nvSpPr>
        <p:spPr>
          <a:xfrm>
            <a:off x="8257030" y="4727447"/>
            <a:ext cx="788702" cy="315602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5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</a:p>
        </p:txBody>
      </p:sp>
      <p:pic>
        <p:nvPicPr>
          <p:cNvPr id="195" name="Google Shape;55;p13" descr="Google Shape;55;p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2508" y="4727447"/>
            <a:ext cx="1429406" cy="31547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96" name="Google Shape;56;p13" descr="Google Shape;56;p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983" y="4769758"/>
            <a:ext cx="982217" cy="23084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97" name="Slide Number"/>
          <p:cNvSpPr txBox="1"/>
          <p:nvPr>
            <p:ph type="sldNum" sz="quarter" idx="2"/>
          </p:nvPr>
        </p:nvSpPr>
        <p:spPr>
          <a:xfrm>
            <a:off x="8490412" y="4783454"/>
            <a:ext cx="196292" cy="185878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>
            <a:lvl1pPr>
              <a:defRPr sz="1300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54;p13"/>
          <p:cNvSpPr/>
          <p:nvPr/>
        </p:nvSpPr>
        <p:spPr>
          <a:xfrm>
            <a:off x="8257030" y="4727447"/>
            <a:ext cx="788702" cy="315602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5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</a:p>
        </p:txBody>
      </p:sp>
      <p:pic>
        <p:nvPicPr>
          <p:cNvPr id="205" name="Google Shape;55;p13" descr="Google Shape;55;p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2508" y="4727447"/>
            <a:ext cx="1429406" cy="31547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206" name="Google Shape;56;p13" descr="Google Shape;56;p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983" y="4769758"/>
            <a:ext cx="982217" cy="23084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207" name="Title Text"/>
          <p:cNvSpPr txBox="1"/>
          <p:nvPr>
            <p:ph type="title" hasCustomPrompt="1"/>
          </p:nvPr>
        </p:nvSpPr>
        <p:spPr>
          <a:xfrm>
            <a:off x="1004150" y="1751764"/>
            <a:ext cx="7136701" cy="1022401"/>
          </a:xfrm>
          <a:prstGeom prst="rect">
            <a:avLst/>
          </a:prstGeom>
        </p:spPr>
        <p:txBody>
          <a:bodyPr anchor="b"/>
          <a:lstStyle>
            <a:lvl1pPr algn="ctr">
              <a:defRPr sz="5400" b="1">
                <a:solidFill>
                  <a:srgbClr val="5E90E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r>
              <a:t>Title Text</a:t>
            </a:r>
          </a:p>
        </p:txBody>
      </p:sp>
      <p:sp>
        <p:nvSpPr>
          <p:cNvPr id="208" name="Body Level One…"/>
          <p:cNvSpPr txBox="1"/>
          <p:nvPr>
            <p:ph type="body" sz="quarter" idx="1" hasCustomPrompt="1"/>
          </p:nvPr>
        </p:nvSpPr>
        <p:spPr>
          <a:xfrm>
            <a:off x="2137224" y="2850039"/>
            <a:ext cx="4870502" cy="792602"/>
          </a:xfrm>
          <a:prstGeom prst="rect">
            <a:avLst/>
          </a:prstGeom>
        </p:spPr>
        <p:txBody>
          <a:bodyPr/>
          <a:lstStyle>
            <a:lvl1pPr marL="228600" indent="-114300" algn="ctr">
              <a:lnSpc>
                <a:spcPct val="100000"/>
              </a:lnSpc>
              <a:buClrTx/>
              <a:buSzTx/>
              <a:buFontTx/>
              <a:buNone/>
              <a:defRPr sz="24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228600" indent="114300" algn="ctr">
              <a:lnSpc>
                <a:spcPct val="100000"/>
              </a:lnSpc>
              <a:buClrTx/>
              <a:buSzTx/>
              <a:buFontTx/>
              <a:buNone/>
              <a:defRPr sz="24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228600" indent="114300" algn="ctr">
              <a:lnSpc>
                <a:spcPct val="100000"/>
              </a:lnSpc>
              <a:buClrTx/>
              <a:buSzTx/>
              <a:buFontTx/>
              <a:buNone/>
              <a:defRPr sz="24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228600" indent="114300" algn="ctr">
              <a:lnSpc>
                <a:spcPct val="100000"/>
              </a:lnSpc>
              <a:buClrTx/>
              <a:buSzTx/>
              <a:buFontTx/>
              <a:buNone/>
              <a:defRPr sz="24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228600" indent="114300" algn="ctr">
              <a:lnSpc>
                <a:spcPct val="100000"/>
              </a:lnSpc>
              <a:buClrTx/>
              <a:buSzTx/>
              <a:buFontTx/>
              <a:buNone/>
              <a:defRPr sz="24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defRPr>
            </a:lvl5pPr>
          </a:lstStyle>
          <a:p>
            <a:r>
              <a:t>Body Level One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209" name="Slide Number"/>
          <p:cNvSpPr txBox="1"/>
          <p:nvPr>
            <p:ph type="sldNum" sz="quarter" idx="2"/>
          </p:nvPr>
        </p:nvSpPr>
        <p:spPr>
          <a:xfrm>
            <a:off x="8696874" y="4700057"/>
            <a:ext cx="324285" cy="31992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A7A7A7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54;p13"/>
          <p:cNvSpPr/>
          <p:nvPr/>
        </p:nvSpPr>
        <p:spPr>
          <a:xfrm>
            <a:off x="8257030" y="4727447"/>
            <a:ext cx="788702" cy="315602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5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</a:p>
        </p:txBody>
      </p:sp>
      <p:pic>
        <p:nvPicPr>
          <p:cNvPr id="217" name="Google Shape;55;p13" descr="Google Shape;55;p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2508" y="4727447"/>
            <a:ext cx="1429406" cy="31547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218" name="Google Shape;56;p13" descr="Google Shape;56;p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983" y="4769758"/>
            <a:ext cx="982217" cy="23084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219" name="Title Text"/>
          <p:cNvSpPr txBox="1"/>
          <p:nvPr>
            <p:ph type="title" hasCustomPrompt="1"/>
          </p:nvPr>
        </p:nvSpPr>
        <p:spPr>
          <a:xfrm>
            <a:off x="311698" y="814799"/>
            <a:ext cx="8571303" cy="942002"/>
          </a:xfrm>
          <a:prstGeom prst="rect">
            <a:avLst/>
          </a:prstGeom>
        </p:spPr>
        <p:txBody>
          <a:bodyPr anchor="ctr"/>
          <a:lstStyle>
            <a:lvl1pPr algn="ctr">
              <a:defRPr sz="4800" b="1">
                <a:solidFill>
                  <a:srgbClr val="5E90E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r>
              <a:t>Title Text</a:t>
            </a:r>
          </a:p>
        </p:txBody>
      </p:sp>
      <p:sp>
        <p:nvSpPr>
          <p:cNvPr id="220" name="Slide Number"/>
          <p:cNvSpPr txBox="1"/>
          <p:nvPr>
            <p:ph type="sldNum" sz="quarter" idx="2"/>
          </p:nvPr>
        </p:nvSpPr>
        <p:spPr>
          <a:xfrm>
            <a:off x="8696874" y="4700057"/>
            <a:ext cx="324285" cy="31992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Title Text"/>
          <p:cNvSpPr txBox="1"/>
          <p:nvPr>
            <p:ph type="title" hasCustomPrompt="1"/>
          </p:nvPr>
        </p:nvSpPr>
        <p:spPr>
          <a:xfrm>
            <a:off x="311708" y="744573"/>
            <a:ext cx="8520601" cy="2052603"/>
          </a:xfrm>
          <a:prstGeom prst="rect">
            <a:avLst/>
          </a:prstGeom>
        </p:spPr>
        <p:txBody>
          <a:bodyPr anchor="b"/>
          <a:lstStyle>
            <a:lvl1pPr algn="ctr">
              <a:defRPr sz="5200"/>
            </a:lvl1pPr>
          </a:lstStyle>
          <a:p>
            <a:r>
              <a:t>Title Text</a:t>
            </a:r>
          </a:p>
        </p:txBody>
      </p:sp>
      <p:sp>
        <p:nvSpPr>
          <p:cNvPr id="228" name="Body Level One…"/>
          <p:cNvSpPr txBox="1"/>
          <p:nvPr>
            <p:ph type="body" sz="quarter" idx="1" hasCustomPrompt="1"/>
          </p:nvPr>
        </p:nvSpPr>
        <p:spPr>
          <a:xfrm>
            <a:off x="311698" y="2834125"/>
            <a:ext cx="8520603" cy="792602"/>
          </a:xfrm>
          <a:prstGeom prst="rect">
            <a:avLst/>
          </a:prstGeom>
        </p:spPr>
        <p:txBody>
          <a:bodyPr/>
          <a:lstStyle>
            <a:lvl1pPr marL="228600" indent="-114300" algn="ctr">
              <a:lnSpc>
                <a:spcPct val="100000"/>
              </a:lnSpc>
              <a:buClrTx/>
              <a:buSzTx/>
              <a:buFontTx/>
              <a:buNone/>
              <a:defRPr sz="2800"/>
            </a:lvl1pPr>
            <a:lvl2pPr marL="228600" indent="114300" algn="ctr">
              <a:lnSpc>
                <a:spcPct val="100000"/>
              </a:lnSpc>
              <a:buClrTx/>
              <a:buSzTx/>
              <a:buFontTx/>
              <a:buNone/>
              <a:defRPr sz="2800"/>
            </a:lvl2pPr>
            <a:lvl3pPr marL="228600" indent="114300" algn="ctr">
              <a:lnSpc>
                <a:spcPct val="100000"/>
              </a:lnSpc>
              <a:buClrTx/>
              <a:buSzTx/>
              <a:buFontTx/>
              <a:buNone/>
              <a:defRPr sz="2800"/>
            </a:lvl3pPr>
            <a:lvl4pPr marL="228600" indent="114300" algn="ctr">
              <a:lnSpc>
                <a:spcPct val="100000"/>
              </a:lnSpc>
              <a:buClrTx/>
              <a:buSzTx/>
              <a:buFontTx/>
              <a:buNone/>
              <a:defRPr sz="2800"/>
            </a:lvl4pPr>
            <a:lvl5pPr marL="228600" indent="114300" algn="ctr">
              <a:lnSpc>
                <a:spcPct val="100000"/>
              </a:lnSpc>
              <a:buClrTx/>
              <a:buSzTx/>
              <a:buFontTx/>
              <a:buNone/>
              <a:defRPr sz="2800"/>
            </a:lvl5pPr>
          </a:lstStyle>
          <a:p>
            <a:r>
              <a:t>Body Level One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22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Title Text"/>
          <p:cNvSpPr txBox="1"/>
          <p:nvPr>
            <p:ph type="title" hasCustomPrompt="1"/>
          </p:nvPr>
        </p:nvSpPr>
        <p:spPr>
          <a:xfrm>
            <a:off x="311698" y="2150848"/>
            <a:ext cx="8520603" cy="841802"/>
          </a:xfrm>
          <a:prstGeom prst="rect">
            <a:avLst/>
          </a:prstGeom>
        </p:spPr>
        <p:txBody>
          <a:bodyPr anchor="ctr"/>
          <a:lstStyle>
            <a:lvl1pPr algn="ctr">
              <a:defRPr sz="3600"/>
            </a:lvl1pPr>
          </a:lstStyle>
          <a:p>
            <a:r>
              <a:t>Title Text</a:t>
            </a:r>
          </a:p>
        </p:txBody>
      </p:sp>
      <p:sp>
        <p:nvSpPr>
          <p:cNvPr id="23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Title Text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45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246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_AND_TWO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Title Text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54" name="Body Level One…"/>
          <p:cNvSpPr txBox="1"/>
          <p:nvPr>
            <p:ph type="body" sz="half" idx="1" hasCustomPrompt="1"/>
          </p:nvPr>
        </p:nvSpPr>
        <p:spPr>
          <a:xfrm>
            <a:off x="311698" y="1152475"/>
            <a:ext cx="3999903" cy="3416400"/>
          </a:xfrm>
          <a:prstGeom prst="rect">
            <a:avLst/>
          </a:prstGeom>
        </p:spPr>
        <p:txBody>
          <a:bodyPr/>
          <a:lstStyle>
            <a:lvl1pPr indent="-317500">
              <a:buSzPts val="1400"/>
              <a:defRPr sz="1400"/>
            </a:lvl1pPr>
            <a:lvl2pPr marL="965200" indent="-355600">
              <a:buSzPts val="1400"/>
              <a:defRPr sz="1400"/>
            </a:lvl2pPr>
            <a:lvl3pPr marL="1422400" indent="-355600">
              <a:buSzPts val="1400"/>
              <a:defRPr sz="1400"/>
            </a:lvl3pPr>
            <a:lvl4pPr marL="1879600" indent="-355600">
              <a:buSzPts val="1400"/>
              <a:defRPr sz="1400"/>
            </a:lvl4pPr>
            <a:lvl5pPr marL="2336800" indent="-355600">
              <a:buSzPts val="1400"/>
              <a:defRPr sz="1400"/>
            </a:lvl5pPr>
          </a:lstStyle>
          <a:p>
            <a:r>
              <a:t>Body Level One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255" name="Google Shape;23;p5"/>
          <p:cNvSpPr txBox="1"/>
          <p:nvPr>
            <p:ph type="body" sz="half" idx="21"/>
          </p:nvPr>
        </p:nvSpPr>
        <p:spPr>
          <a:xfrm>
            <a:off x="4832398" y="1152475"/>
            <a:ext cx="3999903" cy="34164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256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Title Text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6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ONE_COLUM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Title Text"/>
          <p:cNvSpPr txBox="1"/>
          <p:nvPr>
            <p:ph type="title" hasCustomPrompt="1"/>
          </p:nvPr>
        </p:nvSpPr>
        <p:spPr>
          <a:xfrm>
            <a:off x="311698" y="555600"/>
            <a:ext cx="2808003" cy="755700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r>
              <a:t>Title Text</a:t>
            </a:r>
          </a:p>
        </p:txBody>
      </p:sp>
      <p:sp>
        <p:nvSpPr>
          <p:cNvPr id="272" name="Body Level One…"/>
          <p:cNvSpPr txBox="1"/>
          <p:nvPr>
            <p:ph type="body" sz="quarter" idx="1" hasCustomPrompt="1"/>
          </p:nvPr>
        </p:nvSpPr>
        <p:spPr>
          <a:xfrm>
            <a:off x="311698" y="1389598"/>
            <a:ext cx="2808003" cy="3179403"/>
          </a:xfrm>
          <a:prstGeom prst="rect">
            <a:avLst/>
          </a:prstGeom>
        </p:spPr>
        <p:txBody>
          <a:bodyPr/>
          <a:lstStyle>
            <a:lvl1pPr indent="-304800">
              <a:buSzPts val="1200"/>
              <a:defRPr sz="1200"/>
            </a:lvl1pPr>
            <a:lvl2pPr marL="914400" indent="-304800">
              <a:buSzPts val="1200"/>
              <a:defRPr sz="1200"/>
            </a:lvl2pPr>
            <a:lvl3pPr marL="1371600" indent="-304800">
              <a:buSzPts val="1200"/>
              <a:defRPr sz="1200"/>
            </a:lvl3pPr>
            <a:lvl4pPr marL="1828800" indent="-304800">
              <a:buSzPts val="1200"/>
              <a:defRPr sz="1200"/>
            </a:lvl4pPr>
            <a:lvl5pPr marL="2286000" indent="-304800">
              <a:buSzPts val="1200"/>
              <a:defRPr sz="1200"/>
            </a:lvl5pPr>
          </a:lstStyle>
          <a:p>
            <a:r>
              <a:t>Body Level One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27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MAIN_POI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Title Text"/>
          <p:cNvSpPr txBox="1"/>
          <p:nvPr>
            <p:ph type="title" hasCustomPrompt="1"/>
          </p:nvPr>
        </p:nvSpPr>
        <p:spPr>
          <a:xfrm>
            <a:off x="490250" y="450148"/>
            <a:ext cx="6367801" cy="4090803"/>
          </a:xfrm>
          <a:prstGeom prst="rect">
            <a:avLst/>
          </a:prstGeom>
        </p:spPr>
        <p:txBody>
          <a:bodyPr anchor="ctr"/>
          <a:lstStyle>
            <a:lvl1pPr>
              <a:defRPr sz="4800"/>
            </a:lvl1pPr>
          </a:lstStyle>
          <a:p>
            <a:r>
              <a:t>Title Text</a:t>
            </a:r>
          </a:p>
        </p:txBody>
      </p:sp>
      <p:sp>
        <p:nvSpPr>
          <p:cNvPr id="28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_TITLE_AND_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36;p9"/>
          <p:cNvSpPr/>
          <p:nvPr/>
        </p:nvSpPr>
        <p:spPr>
          <a:xfrm>
            <a:off x="4572000" y="-126"/>
            <a:ext cx="4572000" cy="5143503"/>
          </a:xfrm>
          <a:prstGeom prst="rect">
            <a:avLst/>
          </a:prstGeom>
          <a:solidFill>
            <a:srgbClr val="EEEEEE"/>
          </a:solidFill>
          <a:ln w="12700">
            <a:miter lim="400000"/>
          </a:ln>
        </p:spPr>
        <p:txBody>
          <a:bodyPr lIns="0" tIns="0" rIns="0" bIns="0" anchor="ctr"/>
          <a:lstStyle/>
          <a:p/>
        </p:txBody>
      </p:sp>
      <p:sp>
        <p:nvSpPr>
          <p:cNvPr id="289" name="Title Text"/>
          <p:cNvSpPr txBox="1"/>
          <p:nvPr>
            <p:ph type="title" hasCustomPrompt="1"/>
          </p:nvPr>
        </p:nvSpPr>
        <p:spPr>
          <a:xfrm>
            <a:off x="265500" y="1233175"/>
            <a:ext cx="4045200" cy="1482302"/>
          </a:xfrm>
          <a:prstGeom prst="rect">
            <a:avLst/>
          </a:prstGeom>
        </p:spPr>
        <p:txBody>
          <a:bodyPr anchor="b"/>
          <a:lstStyle>
            <a:lvl1pPr algn="ctr">
              <a:defRPr sz="4200"/>
            </a:lvl1pPr>
          </a:lstStyle>
          <a:p>
            <a:r>
              <a:t>Title Text</a:t>
            </a:r>
          </a:p>
        </p:txBody>
      </p:sp>
      <p:sp>
        <p:nvSpPr>
          <p:cNvPr id="290" name="Body Level One…"/>
          <p:cNvSpPr txBox="1"/>
          <p:nvPr>
            <p:ph type="body" sz="quarter" idx="1" hasCustomPrompt="1"/>
          </p:nvPr>
        </p:nvSpPr>
        <p:spPr>
          <a:xfrm>
            <a:off x="265500" y="2803075"/>
            <a:ext cx="4045200" cy="1235101"/>
          </a:xfrm>
          <a:prstGeom prst="rect">
            <a:avLst/>
          </a:prstGeom>
        </p:spPr>
        <p:txBody>
          <a:bodyPr/>
          <a:lstStyle>
            <a:lvl1pPr marL="228600" indent="-114300" algn="ctr">
              <a:lnSpc>
                <a:spcPct val="100000"/>
              </a:lnSpc>
              <a:buClrTx/>
              <a:buSzTx/>
              <a:buFontTx/>
              <a:buNone/>
              <a:defRPr sz="2100"/>
            </a:lvl1pPr>
            <a:lvl2pPr marL="228600" indent="114300" algn="ctr">
              <a:lnSpc>
                <a:spcPct val="100000"/>
              </a:lnSpc>
              <a:buClrTx/>
              <a:buSzTx/>
              <a:buFontTx/>
              <a:buNone/>
              <a:defRPr sz="2100"/>
            </a:lvl2pPr>
            <a:lvl3pPr marL="228600" indent="114300" algn="ctr">
              <a:lnSpc>
                <a:spcPct val="100000"/>
              </a:lnSpc>
              <a:buClrTx/>
              <a:buSzTx/>
              <a:buFontTx/>
              <a:buNone/>
              <a:defRPr sz="2100"/>
            </a:lvl3pPr>
            <a:lvl4pPr marL="228600" indent="114300" algn="ctr">
              <a:lnSpc>
                <a:spcPct val="100000"/>
              </a:lnSpc>
              <a:buClrTx/>
              <a:buSzTx/>
              <a:buFontTx/>
              <a:buNone/>
              <a:defRPr sz="2100"/>
            </a:lvl4pPr>
            <a:lvl5pPr marL="228600" indent="114300" algn="ctr">
              <a:lnSpc>
                <a:spcPct val="100000"/>
              </a:lnSpc>
              <a:buClrTx/>
              <a:buSzTx/>
              <a:buFontTx/>
              <a:buNone/>
              <a:defRPr sz="2100"/>
            </a:lvl5pPr>
          </a:lstStyle>
          <a:p>
            <a:r>
              <a:t>Body Level One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291" name="Google Shape;39;p9"/>
          <p:cNvSpPr txBox="1"/>
          <p:nvPr>
            <p:ph type="body" sz="half" idx="21"/>
          </p:nvPr>
        </p:nvSpPr>
        <p:spPr>
          <a:xfrm>
            <a:off x="4939500" y="724074"/>
            <a:ext cx="3837000" cy="3695103"/>
          </a:xfrm>
          <a:prstGeom prst="rect">
            <a:avLst/>
          </a:prstGeom>
        </p:spPr>
        <p:txBody>
          <a:bodyPr anchor="ctr"/>
          <a:lstStyle/>
          <a:p/>
        </p:txBody>
      </p:sp>
      <p:sp>
        <p:nvSpPr>
          <p:cNvPr id="29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APTION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Body Level One…"/>
          <p:cNvSpPr txBox="1"/>
          <p:nvPr>
            <p:ph type="body" sz="quarter" idx="1" hasCustomPrompt="1"/>
          </p:nvPr>
        </p:nvSpPr>
        <p:spPr>
          <a:xfrm>
            <a:off x="311698" y="4230575"/>
            <a:ext cx="5998804" cy="605102"/>
          </a:xfrm>
          <a:prstGeom prst="rect">
            <a:avLst/>
          </a:prstGeom>
        </p:spPr>
        <p:txBody>
          <a:bodyPr anchor="ctr"/>
          <a:lstStyle>
            <a:lvl1pPr marL="0" indent="228600">
              <a:lnSpc>
                <a:spcPct val="100000"/>
              </a:lnSpc>
              <a:buClrTx/>
              <a:buSzTx/>
              <a:buFontTx/>
              <a:buNone/>
            </a:lvl1pPr>
            <a:lvl2pPr>
              <a:lnSpc>
                <a:spcPct val="100000"/>
              </a:lnSpc>
              <a:buClrTx/>
              <a:buFontTx/>
            </a:lvl2pPr>
            <a:lvl3pPr>
              <a:lnSpc>
                <a:spcPct val="100000"/>
              </a:lnSpc>
              <a:buClrTx/>
              <a:buFontTx/>
            </a:lvl3pPr>
            <a:lvl4pPr>
              <a:lnSpc>
                <a:spcPct val="100000"/>
              </a:lnSpc>
              <a:buClrTx/>
              <a:buFontTx/>
            </a:lvl4pPr>
            <a:lvl5pPr>
              <a:lnSpc>
                <a:spcPct val="100000"/>
              </a:lnSpc>
              <a:buClrTx/>
              <a:buFontTx/>
            </a:lvl5pPr>
          </a:lstStyle>
          <a:p>
            <a:r>
              <a:t>Body Level One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30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IG_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xx%"/>
          <p:cNvSpPr txBox="1"/>
          <p:nvPr>
            <p:ph type="title" hasCustomPrompt="1"/>
          </p:nvPr>
        </p:nvSpPr>
        <p:spPr>
          <a:xfrm>
            <a:off x="311698" y="1106125"/>
            <a:ext cx="8520603" cy="1963500"/>
          </a:xfrm>
          <a:prstGeom prst="rect">
            <a:avLst/>
          </a:prstGeom>
        </p:spPr>
        <p:txBody>
          <a:bodyPr anchor="b"/>
          <a:lstStyle>
            <a:lvl1pPr algn="ctr">
              <a:defRPr sz="12000"/>
            </a:lvl1pPr>
          </a:lstStyle>
          <a:p>
            <a:r>
              <a:t>xx%</a:t>
            </a:r>
          </a:p>
        </p:txBody>
      </p:sp>
      <p:sp>
        <p:nvSpPr>
          <p:cNvPr id="308" name="Body Level One…"/>
          <p:cNvSpPr txBox="1"/>
          <p:nvPr>
            <p:ph type="body" sz="half" idx="1" hasCustomPrompt="1"/>
          </p:nvPr>
        </p:nvSpPr>
        <p:spPr>
          <a:xfrm>
            <a:off x="311698" y="3152225"/>
            <a:ext cx="8520603" cy="1300800"/>
          </a:xfrm>
          <a:prstGeom prst="rect">
            <a:avLst/>
          </a:prstGeom>
        </p:spPr>
        <p:txBody>
          <a:bodyPr/>
          <a:lstStyle>
            <a:lvl1pPr algn="ctr"/>
            <a:lvl2pPr algn="ctr"/>
            <a:lvl3pPr algn="ctr"/>
            <a:lvl4pPr algn="ctr"/>
            <a:lvl5pPr algn="ctr"/>
          </a:lstStyle>
          <a:p>
            <a:r>
              <a:t>Body Level One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30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"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58;p14"/>
          <p:cNvSpPr/>
          <p:nvPr/>
        </p:nvSpPr>
        <p:spPr>
          <a:xfrm>
            <a:off x="-20437" y="1710258"/>
            <a:ext cx="9265802" cy="2201700"/>
          </a:xfrm>
          <a:prstGeom prst="rect">
            <a:avLst/>
          </a:prstGeom>
          <a:solidFill>
            <a:srgbClr val="E7E6E6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</a:p>
        </p:txBody>
      </p:sp>
      <p:sp>
        <p:nvSpPr>
          <p:cNvPr id="324" name="Title Text"/>
          <p:cNvSpPr txBox="1"/>
          <p:nvPr>
            <p:ph type="title" hasCustomPrompt="1"/>
          </p:nvPr>
        </p:nvSpPr>
        <p:spPr>
          <a:xfrm>
            <a:off x="4316803" y="1797455"/>
            <a:ext cx="4704902" cy="1014302"/>
          </a:xfrm>
          <a:prstGeom prst="rect">
            <a:avLst/>
          </a:prstGeom>
        </p:spPr>
        <p:txBody>
          <a:bodyPr lIns="0" tIns="0" rIns="0" bIns="0"/>
          <a:lstStyle>
            <a:lvl1pPr>
              <a:defRPr sz="4800" b="1">
                <a:solidFill>
                  <a:srgbClr val="5E90E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r>
              <a:t>Title Text</a:t>
            </a:r>
          </a:p>
        </p:txBody>
      </p:sp>
      <p:sp>
        <p:nvSpPr>
          <p:cNvPr id="325" name="Body Level One…"/>
          <p:cNvSpPr txBox="1"/>
          <p:nvPr>
            <p:ph type="body" sz="quarter" idx="1" hasCustomPrompt="1"/>
          </p:nvPr>
        </p:nvSpPr>
        <p:spPr>
          <a:xfrm>
            <a:off x="4391025" y="2537460"/>
            <a:ext cx="4556701" cy="1285802"/>
          </a:xfrm>
          <a:prstGeom prst="rect">
            <a:avLst/>
          </a:prstGeom>
        </p:spPr>
        <p:txBody>
          <a:bodyPr lIns="0" tIns="0" rIns="0" bIns="0"/>
          <a:lstStyle>
            <a:lvl1pPr marL="0" indent="228600">
              <a:lnSpc>
                <a:spcPct val="100000"/>
              </a:lnSpc>
              <a:spcBef>
                <a:spcPts val="1200"/>
              </a:spcBef>
              <a:buClrTx/>
              <a:buSzTx/>
              <a:buFontTx/>
              <a:buNone/>
              <a:defRPr sz="23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0" indent="228600">
              <a:lnSpc>
                <a:spcPct val="100000"/>
              </a:lnSpc>
              <a:spcBef>
                <a:spcPts val="1200"/>
              </a:spcBef>
              <a:buClrTx/>
              <a:buSzTx/>
              <a:buFontTx/>
              <a:buNone/>
              <a:defRPr sz="23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0" indent="228600">
              <a:lnSpc>
                <a:spcPct val="100000"/>
              </a:lnSpc>
              <a:spcBef>
                <a:spcPts val="1200"/>
              </a:spcBef>
              <a:buClrTx/>
              <a:buSzTx/>
              <a:buFontTx/>
              <a:buNone/>
              <a:defRPr sz="23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0" indent="228600">
              <a:lnSpc>
                <a:spcPct val="100000"/>
              </a:lnSpc>
              <a:spcBef>
                <a:spcPts val="1200"/>
              </a:spcBef>
              <a:buClrTx/>
              <a:buSzTx/>
              <a:buFontTx/>
              <a:buNone/>
              <a:defRPr sz="23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0" indent="228600">
              <a:lnSpc>
                <a:spcPct val="100000"/>
              </a:lnSpc>
              <a:spcBef>
                <a:spcPts val="1200"/>
              </a:spcBef>
              <a:buClrTx/>
              <a:buSzTx/>
              <a:buFontTx/>
              <a:buNone/>
              <a:defRPr sz="23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</a:lstStyle>
          <a:p>
            <a:r>
              <a:t>Body Level One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pic>
        <p:nvPicPr>
          <p:cNvPr id="326" name="Google Shape;61;p14" descr="Google Shape;61;p14"/>
          <p:cNvPicPr>
            <a:picLocks noChangeAspect="1"/>
          </p:cNvPicPr>
          <p:nvPr/>
        </p:nvPicPr>
        <p:blipFill>
          <a:blip r:embed="rId3"/>
          <a:srcRect l="4387" t="12167" r="4396" b="12167"/>
          <a:stretch>
            <a:fillRect/>
          </a:stretch>
        </p:blipFill>
        <p:spPr>
          <a:xfrm>
            <a:off x="367418" y="1955562"/>
            <a:ext cx="3002391" cy="115526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327" name="Google Shape;62;p14"/>
          <p:cNvSpPr txBox="1"/>
          <p:nvPr>
            <p:ph type="body" sz="quarter" idx="21"/>
          </p:nvPr>
        </p:nvSpPr>
        <p:spPr>
          <a:xfrm>
            <a:off x="2614611" y="4751508"/>
            <a:ext cx="4353003" cy="172802"/>
          </a:xfrm>
          <a:prstGeom prst="rect">
            <a:avLst/>
          </a:prstGeom>
        </p:spPr>
        <p:txBody>
          <a:bodyPr lIns="50800" tIns="50800" rIns="50800" bIns="50800" anchor="b"/>
          <a:lstStyle/>
          <a:p>
            <a:pPr marL="182880" indent="-137160" defTabSz="365760">
              <a:buSzPts val="700"/>
              <a:defRPr sz="720"/>
            </a:pPr>
          </a:p>
        </p:txBody>
      </p:sp>
      <p:pic>
        <p:nvPicPr>
          <p:cNvPr id="328" name="Google Shape;63;p14" descr="Google Shape;63;p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31173" y="3396979"/>
            <a:ext cx="1429406" cy="31547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329" name="Google Shape;64;p14" descr="Google Shape;64;p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4088" y="3439292"/>
            <a:ext cx="982217" cy="230846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330" name="Slide Number"/>
          <p:cNvSpPr txBox="1"/>
          <p:nvPr>
            <p:ph type="sldNum" sz="quarter" idx="2"/>
          </p:nvPr>
        </p:nvSpPr>
        <p:spPr>
          <a:xfrm>
            <a:off x="8490412" y="4783454"/>
            <a:ext cx="196292" cy="185878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>
            <a:lvl1pPr>
              <a:defRPr sz="1300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54;p13"/>
          <p:cNvSpPr/>
          <p:nvPr/>
        </p:nvSpPr>
        <p:spPr>
          <a:xfrm>
            <a:off x="8257030" y="4727447"/>
            <a:ext cx="788702" cy="315602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0" tIns="0" rIns="0" bIns="0" anchor="ctr"/>
          <a:lstStyle/>
          <a:p>
            <a:pPr>
              <a:defRPr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</a:p>
        </p:txBody>
      </p:sp>
      <p:pic>
        <p:nvPicPr>
          <p:cNvPr id="338" name="Google Shape;55;p13" descr="Google Shape;55;p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2508" y="4727447"/>
            <a:ext cx="1429406" cy="31547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339" name="Google Shape;56;p13" descr="Google Shape;56;p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983" y="4769758"/>
            <a:ext cx="982217" cy="23084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340" name="Title Text"/>
          <p:cNvSpPr txBox="1"/>
          <p:nvPr>
            <p:ph type="title" hasCustomPrompt="1"/>
          </p:nvPr>
        </p:nvSpPr>
        <p:spPr>
          <a:xfrm>
            <a:off x="505420" y="86321"/>
            <a:ext cx="8043302" cy="480001"/>
          </a:xfrm>
          <a:prstGeom prst="rect">
            <a:avLst/>
          </a:prstGeom>
        </p:spPr>
        <p:txBody>
          <a:bodyPr lIns="0" tIns="0" rIns="0" bIns="0"/>
          <a:lstStyle>
            <a:lvl1pPr>
              <a:defRPr sz="4800" b="1">
                <a:solidFill>
                  <a:srgbClr val="5E90E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r>
              <a:t>Title Text</a:t>
            </a:r>
          </a:p>
        </p:txBody>
      </p:sp>
      <p:sp>
        <p:nvSpPr>
          <p:cNvPr id="341" name="Body Level One…"/>
          <p:cNvSpPr txBox="1"/>
          <p:nvPr>
            <p:ph type="body" idx="1" hasCustomPrompt="1"/>
          </p:nvPr>
        </p:nvSpPr>
        <p:spPr>
          <a:xfrm>
            <a:off x="486372" y="1076599"/>
            <a:ext cx="8304301" cy="3792602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00000"/>
              </a:lnSpc>
              <a:spcBef>
                <a:spcPts val="1200"/>
              </a:spcBef>
              <a:buClr>
                <a:srgbClr val="000000"/>
              </a:buClr>
              <a:buFont typeface="Helvetica"/>
              <a:buChar char="‣"/>
              <a:defRPr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914400" indent="-314325">
              <a:lnSpc>
                <a:spcPct val="100000"/>
              </a:lnSpc>
              <a:spcBef>
                <a:spcPts val="1200"/>
              </a:spcBef>
              <a:buClr>
                <a:srgbClr val="000000"/>
              </a:buClr>
              <a:buFont typeface="Helvetica"/>
              <a:buChar char="•"/>
              <a:defRPr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1371600" indent="-314325">
              <a:lnSpc>
                <a:spcPct val="100000"/>
              </a:lnSpc>
              <a:spcBef>
                <a:spcPts val="1200"/>
              </a:spcBef>
              <a:buClr>
                <a:srgbClr val="000000"/>
              </a:buClr>
              <a:buFont typeface="Helvetica"/>
              <a:buChar char="-"/>
              <a:defRPr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1828800" indent="-314325">
              <a:lnSpc>
                <a:spcPct val="100000"/>
              </a:lnSpc>
              <a:spcBef>
                <a:spcPts val="1200"/>
              </a:spcBef>
              <a:buClr>
                <a:srgbClr val="000000"/>
              </a:buClr>
              <a:buFont typeface="Helvetica"/>
              <a:buChar char="-"/>
              <a:defRPr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2286000" indent="-314325">
              <a:lnSpc>
                <a:spcPct val="100000"/>
              </a:lnSpc>
              <a:spcBef>
                <a:spcPts val="1200"/>
              </a:spcBef>
              <a:buClr>
                <a:srgbClr val="000000"/>
              </a:buClr>
              <a:buFont typeface="Helvetica"/>
              <a:buChar char="-"/>
              <a:defRPr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defRPr>
            </a:lvl5pPr>
          </a:lstStyle>
          <a:p>
            <a:r>
              <a:t>Body Level One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342" name="Google Shape;70;p15"/>
          <p:cNvSpPr txBox="1"/>
          <p:nvPr>
            <p:ph type="body" sz="quarter" idx="21"/>
          </p:nvPr>
        </p:nvSpPr>
        <p:spPr>
          <a:xfrm>
            <a:off x="538945" y="615591"/>
            <a:ext cx="6713700" cy="252002"/>
          </a:xfrm>
          <a:prstGeom prst="rect">
            <a:avLst/>
          </a:prstGeom>
        </p:spPr>
        <p:txBody>
          <a:bodyPr lIns="50800" tIns="50800" rIns="50800" bIns="50800"/>
          <a:lstStyle/>
          <a:p>
            <a:pPr marL="292735" indent="-219710" defTabSz="585470">
              <a:buSzPts val="1100"/>
              <a:defRPr sz="1150"/>
            </a:pPr>
          </a:p>
        </p:txBody>
      </p:sp>
      <p:sp>
        <p:nvSpPr>
          <p:cNvPr id="343" name="Slide Number"/>
          <p:cNvSpPr txBox="1"/>
          <p:nvPr>
            <p:ph type="sldNum" sz="quarter" idx="2"/>
          </p:nvPr>
        </p:nvSpPr>
        <p:spPr>
          <a:xfrm>
            <a:off x="4539764" y="4781550"/>
            <a:ext cx="269987" cy="265621"/>
          </a:xfrm>
          <a:prstGeom prst="rect">
            <a:avLst/>
          </a:prstGeom>
        </p:spPr>
        <p:txBody>
          <a:bodyPr lIns="64275" tIns="64275" rIns="64275" bIns="64275" anchor="t">
            <a:spAutoFit/>
          </a:bodyPr>
          <a:lstStyle>
            <a:lvl1pPr>
              <a:defRPr>
                <a:solidFill>
                  <a:srgbClr val="A7A7A7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72;p16"/>
          <p:cNvSpPr/>
          <p:nvPr/>
        </p:nvSpPr>
        <p:spPr>
          <a:xfrm>
            <a:off x="4561087" y="0"/>
            <a:ext cx="4581903" cy="5143500"/>
          </a:xfrm>
          <a:prstGeom prst="rect">
            <a:avLst/>
          </a:prstGeom>
          <a:solidFill>
            <a:srgbClr val="E7E6E6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</a:p>
        </p:txBody>
      </p:sp>
      <p:sp>
        <p:nvSpPr>
          <p:cNvPr id="351" name="Title Text"/>
          <p:cNvSpPr txBox="1"/>
          <p:nvPr>
            <p:ph type="title" hasCustomPrompt="1"/>
          </p:nvPr>
        </p:nvSpPr>
        <p:spPr>
          <a:xfrm>
            <a:off x="367900" y="2136967"/>
            <a:ext cx="3987002" cy="869702"/>
          </a:xfrm>
          <a:prstGeom prst="rect">
            <a:avLst/>
          </a:prstGeom>
        </p:spPr>
        <p:txBody>
          <a:bodyPr lIns="0" tIns="0" rIns="0" bIns="0"/>
          <a:lstStyle>
            <a:lvl1pPr>
              <a:defRPr sz="4800" b="1">
                <a:solidFill>
                  <a:srgbClr val="5E90E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r>
              <a:t>Title Text</a:t>
            </a:r>
          </a:p>
        </p:txBody>
      </p:sp>
      <p:sp>
        <p:nvSpPr>
          <p:cNvPr id="352" name="Google Shape;74;p16"/>
          <p:cNvSpPr txBox="1"/>
          <p:nvPr/>
        </p:nvSpPr>
        <p:spPr>
          <a:xfrm>
            <a:off x="5416108" y="3428515"/>
            <a:ext cx="3115802" cy="44314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 marR="3810" indent="5080" algn="ctr">
              <a:lnSpc>
                <a:spcPct val="115000"/>
              </a:lnSpc>
              <a:defRPr sz="15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t>The first all-in-one open source  software for autonomous driving</a:t>
            </a:r>
          </a:p>
        </p:txBody>
      </p:sp>
      <p:pic>
        <p:nvPicPr>
          <p:cNvPr id="353" name="Google Shape;75;p16" descr="Google Shape;75;p16"/>
          <p:cNvPicPr>
            <a:picLocks noChangeAspect="1"/>
          </p:cNvPicPr>
          <p:nvPr/>
        </p:nvPicPr>
        <p:blipFill>
          <a:blip r:embed="rId2"/>
          <a:srcRect l="4387" t="12167" r="4396" b="12167"/>
          <a:stretch>
            <a:fillRect/>
          </a:stretch>
        </p:blipFill>
        <p:spPr>
          <a:xfrm>
            <a:off x="5350809" y="1460262"/>
            <a:ext cx="3002385" cy="115526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354" name="Body Level One…"/>
          <p:cNvSpPr txBox="1"/>
          <p:nvPr>
            <p:ph type="body" sz="quarter" idx="1" hasCustomPrompt="1"/>
          </p:nvPr>
        </p:nvSpPr>
        <p:spPr>
          <a:xfrm>
            <a:off x="443695" y="3063517"/>
            <a:ext cx="4023001" cy="252002"/>
          </a:xfrm>
          <a:prstGeom prst="rect">
            <a:avLst/>
          </a:prstGeom>
        </p:spPr>
        <p:txBody>
          <a:bodyPr lIns="50800" tIns="50800" rIns="50800" bIns="50800"/>
          <a:lstStyle>
            <a:lvl1pPr marL="0" indent="228600">
              <a:lnSpc>
                <a:spcPct val="100000"/>
              </a:lnSpc>
              <a:buClrTx/>
              <a:buSzTx/>
              <a:buFontTx/>
              <a:buNone/>
              <a:defRPr sz="1300" b="1">
                <a:solidFill>
                  <a:srgbClr val="A9A9A9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826770" indent="-226695">
              <a:lnSpc>
                <a:spcPct val="100000"/>
              </a:lnSpc>
              <a:buClrTx/>
              <a:buSzPts val="1300"/>
              <a:buFontTx/>
              <a:buChar char="•"/>
              <a:defRPr sz="1300" b="1">
                <a:solidFill>
                  <a:srgbClr val="A9A9A9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283970" indent="-226695">
              <a:lnSpc>
                <a:spcPct val="100000"/>
              </a:lnSpc>
              <a:buClrTx/>
              <a:buSzPts val="1300"/>
              <a:buFontTx/>
              <a:buChar char="-"/>
              <a:defRPr sz="1300" b="1">
                <a:solidFill>
                  <a:srgbClr val="A9A9A9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741170" indent="-226695">
              <a:lnSpc>
                <a:spcPct val="100000"/>
              </a:lnSpc>
              <a:buClrTx/>
              <a:buSzPts val="1300"/>
              <a:buFontTx/>
              <a:buChar char="-"/>
              <a:defRPr sz="1300" b="1">
                <a:solidFill>
                  <a:srgbClr val="A9A9A9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198370" indent="-226695">
              <a:lnSpc>
                <a:spcPct val="100000"/>
              </a:lnSpc>
              <a:buClrTx/>
              <a:buSzPts val="1300"/>
              <a:buFontTx/>
              <a:buChar char="-"/>
              <a:defRPr sz="1300" b="1">
                <a:solidFill>
                  <a:srgbClr val="A9A9A9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</a:lstStyle>
          <a:p>
            <a:r>
              <a:t>Body Level One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355" name="Slide Number"/>
          <p:cNvSpPr txBox="1"/>
          <p:nvPr>
            <p:ph type="sldNum" sz="quarter" idx="2"/>
          </p:nvPr>
        </p:nvSpPr>
        <p:spPr>
          <a:xfrm>
            <a:off x="4473346" y="4782787"/>
            <a:ext cx="196293" cy="185878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>
            <a:lvl1pPr>
              <a:defRPr sz="1300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54;p13"/>
          <p:cNvSpPr/>
          <p:nvPr/>
        </p:nvSpPr>
        <p:spPr>
          <a:xfrm>
            <a:off x="8257030" y="4727447"/>
            <a:ext cx="788702" cy="315602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0" tIns="0" rIns="0" bIns="0" anchor="ctr"/>
          <a:lstStyle/>
          <a:p>
            <a:pPr>
              <a:defRPr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</a:p>
        </p:txBody>
      </p:sp>
      <p:pic>
        <p:nvPicPr>
          <p:cNvPr id="363" name="Google Shape;55;p13" descr="Google Shape;55;p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2508" y="4727447"/>
            <a:ext cx="1429406" cy="31547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364" name="Google Shape;56;p13" descr="Google Shape;56;p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983" y="4769758"/>
            <a:ext cx="982217" cy="23084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365" name="Title Text"/>
          <p:cNvSpPr txBox="1"/>
          <p:nvPr>
            <p:ph type="title" hasCustomPrompt="1"/>
          </p:nvPr>
        </p:nvSpPr>
        <p:spPr>
          <a:xfrm>
            <a:off x="581622" y="86321"/>
            <a:ext cx="6590101" cy="783000"/>
          </a:xfrm>
          <a:prstGeom prst="rect">
            <a:avLst/>
          </a:prstGeom>
        </p:spPr>
        <p:txBody>
          <a:bodyPr lIns="0" tIns="0" rIns="0" bIns="0"/>
          <a:lstStyle>
            <a:lvl1pPr>
              <a:defRPr sz="4800" b="1">
                <a:solidFill>
                  <a:srgbClr val="5E90E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r>
              <a:t>Title Text</a:t>
            </a:r>
          </a:p>
        </p:txBody>
      </p:sp>
      <p:sp>
        <p:nvSpPr>
          <p:cNvPr id="366" name="Body Level One…"/>
          <p:cNvSpPr txBox="1"/>
          <p:nvPr>
            <p:ph type="body" idx="1" hasCustomPrompt="1"/>
          </p:nvPr>
        </p:nvSpPr>
        <p:spPr>
          <a:xfrm>
            <a:off x="486372" y="918208"/>
            <a:ext cx="8304301" cy="3951002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00000"/>
              </a:lnSpc>
              <a:spcBef>
                <a:spcPts val="1200"/>
              </a:spcBef>
              <a:buClr>
                <a:srgbClr val="000000"/>
              </a:buClr>
              <a:buFont typeface="Helvetica"/>
              <a:buChar char="‣"/>
              <a:defRPr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914400" indent="-314325">
              <a:lnSpc>
                <a:spcPct val="100000"/>
              </a:lnSpc>
              <a:spcBef>
                <a:spcPts val="1200"/>
              </a:spcBef>
              <a:buClr>
                <a:srgbClr val="000000"/>
              </a:buClr>
              <a:buFont typeface="Helvetica"/>
              <a:buChar char="•"/>
              <a:defRPr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1371600" indent="-314325">
              <a:lnSpc>
                <a:spcPct val="100000"/>
              </a:lnSpc>
              <a:spcBef>
                <a:spcPts val="1200"/>
              </a:spcBef>
              <a:buClr>
                <a:srgbClr val="000000"/>
              </a:buClr>
              <a:buFont typeface="Helvetica"/>
              <a:buChar char="-"/>
              <a:defRPr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1828800" indent="-314325">
              <a:lnSpc>
                <a:spcPct val="100000"/>
              </a:lnSpc>
              <a:spcBef>
                <a:spcPts val="1200"/>
              </a:spcBef>
              <a:buClr>
                <a:srgbClr val="000000"/>
              </a:buClr>
              <a:buFont typeface="Helvetica"/>
              <a:buChar char="-"/>
              <a:defRPr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2286000" indent="-314325">
              <a:lnSpc>
                <a:spcPct val="100000"/>
              </a:lnSpc>
              <a:spcBef>
                <a:spcPts val="1200"/>
              </a:spcBef>
              <a:buClr>
                <a:srgbClr val="000000"/>
              </a:buClr>
              <a:buFont typeface="Helvetica"/>
              <a:buChar char="-"/>
              <a:defRPr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defRPr>
            </a:lvl5pPr>
          </a:lstStyle>
          <a:p>
            <a:r>
              <a:t>Body Level One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367" name="Slide Number"/>
          <p:cNvSpPr txBox="1"/>
          <p:nvPr>
            <p:ph type="sldNum" sz="quarter" idx="2"/>
          </p:nvPr>
        </p:nvSpPr>
        <p:spPr>
          <a:xfrm>
            <a:off x="4539764" y="4781550"/>
            <a:ext cx="269987" cy="265621"/>
          </a:xfrm>
          <a:prstGeom prst="rect">
            <a:avLst/>
          </a:prstGeom>
        </p:spPr>
        <p:txBody>
          <a:bodyPr lIns="64275" tIns="64275" rIns="64275" bIns="64275" anchor="t">
            <a:spAutoFit/>
          </a:bodyPr>
          <a:lstStyle>
            <a:lvl1pPr>
              <a:defRPr>
                <a:solidFill>
                  <a:srgbClr val="A7A7A7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54;p13"/>
          <p:cNvSpPr/>
          <p:nvPr/>
        </p:nvSpPr>
        <p:spPr>
          <a:xfrm>
            <a:off x="8257030" y="4727447"/>
            <a:ext cx="788702" cy="315602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0" tIns="0" rIns="0" bIns="0" anchor="ctr"/>
          <a:lstStyle/>
          <a:p>
            <a:pPr>
              <a:defRPr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</a:p>
        </p:txBody>
      </p:sp>
      <p:pic>
        <p:nvPicPr>
          <p:cNvPr id="375" name="Google Shape;55;p13" descr="Google Shape;55;p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2508" y="4727447"/>
            <a:ext cx="1429406" cy="31547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376" name="Google Shape;56;p13" descr="Google Shape;56;p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983" y="4769758"/>
            <a:ext cx="982217" cy="23084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377" name="Title Text"/>
          <p:cNvSpPr txBox="1"/>
          <p:nvPr>
            <p:ph type="title" hasCustomPrompt="1"/>
          </p:nvPr>
        </p:nvSpPr>
        <p:spPr>
          <a:xfrm>
            <a:off x="158351" y="-17907"/>
            <a:ext cx="6002700" cy="476400"/>
          </a:xfrm>
          <a:prstGeom prst="rect">
            <a:avLst/>
          </a:prstGeom>
        </p:spPr>
        <p:txBody>
          <a:bodyPr lIns="0" tIns="0" rIns="0" bIns="0"/>
          <a:lstStyle>
            <a:lvl1pPr>
              <a:defRPr sz="4800" b="1">
                <a:solidFill>
                  <a:srgbClr val="5E90E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r>
              <a:t>Title Text</a:t>
            </a:r>
          </a:p>
        </p:txBody>
      </p:sp>
      <p:sp>
        <p:nvSpPr>
          <p:cNvPr id="378" name="Slide Number"/>
          <p:cNvSpPr txBox="1"/>
          <p:nvPr>
            <p:ph type="sldNum" sz="quarter" idx="2"/>
          </p:nvPr>
        </p:nvSpPr>
        <p:spPr>
          <a:xfrm>
            <a:off x="4515700" y="4782787"/>
            <a:ext cx="153925" cy="148845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>
            <a:lvl1pPr>
              <a:defRPr>
                <a:solidFill>
                  <a:srgbClr val="A7A7A7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54;p13"/>
          <p:cNvSpPr/>
          <p:nvPr/>
        </p:nvSpPr>
        <p:spPr>
          <a:xfrm>
            <a:off x="8257030" y="4727447"/>
            <a:ext cx="788702" cy="315602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0" tIns="0" rIns="0" bIns="0" anchor="ctr"/>
          <a:lstStyle/>
          <a:p>
            <a:pPr>
              <a:defRPr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</a:p>
        </p:txBody>
      </p:sp>
      <p:pic>
        <p:nvPicPr>
          <p:cNvPr id="386" name="Google Shape;55;p13" descr="Google Shape;55;p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2508" y="4727447"/>
            <a:ext cx="1429406" cy="31547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387" name="Google Shape;56;p13" descr="Google Shape;56;p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983" y="4769758"/>
            <a:ext cx="982217" cy="23084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388" name="Title Text"/>
          <p:cNvSpPr txBox="1"/>
          <p:nvPr>
            <p:ph type="title" hasCustomPrompt="1"/>
          </p:nvPr>
        </p:nvSpPr>
        <p:spPr>
          <a:xfrm>
            <a:off x="158351" y="-17907"/>
            <a:ext cx="6002700" cy="476400"/>
          </a:xfrm>
          <a:prstGeom prst="rect">
            <a:avLst/>
          </a:prstGeom>
        </p:spPr>
        <p:txBody>
          <a:bodyPr lIns="0" tIns="0" rIns="0" bIns="0"/>
          <a:lstStyle>
            <a:lvl1pPr>
              <a:defRPr sz="4800" b="1">
                <a:solidFill>
                  <a:srgbClr val="5E90E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r>
              <a:t>Title Text</a:t>
            </a:r>
          </a:p>
        </p:txBody>
      </p:sp>
      <p:sp>
        <p:nvSpPr>
          <p:cNvPr id="389" name="Body Level One…"/>
          <p:cNvSpPr txBox="1"/>
          <p:nvPr>
            <p:ph type="body" sz="quarter" idx="1" hasCustomPrompt="1"/>
          </p:nvPr>
        </p:nvSpPr>
        <p:spPr>
          <a:xfrm>
            <a:off x="663099" y="464058"/>
            <a:ext cx="5497803" cy="476402"/>
          </a:xfrm>
          <a:prstGeom prst="rect">
            <a:avLst/>
          </a:prstGeom>
        </p:spPr>
        <p:txBody>
          <a:bodyPr lIns="0" tIns="0" rIns="0" bIns="0"/>
          <a:lstStyle>
            <a:lvl1pPr marL="0" indent="228600">
              <a:lnSpc>
                <a:spcPct val="100000"/>
              </a:lnSpc>
              <a:buClrTx/>
              <a:buSzTx/>
              <a:buFontTx/>
              <a:buNone/>
              <a:defRPr sz="3000">
                <a:solidFill>
                  <a:srgbClr val="A7A7A7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1123950" indent="-523875">
              <a:lnSpc>
                <a:spcPct val="100000"/>
              </a:lnSpc>
              <a:buClrTx/>
              <a:buSzPts val="3000"/>
              <a:buFontTx/>
              <a:buChar char="•"/>
              <a:defRPr sz="3000">
                <a:solidFill>
                  <a:srgbClr val="A7A7A7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581150" indent="-523875">
              <a:lnSpc>
                <a:spcPct val="100000"/>
              </a:lnSpc>
              <a:buClrTx/>
              <a:buSzPts val="3000"/>
              <a:buFontTx/>
              <a:buChar char="-"/>
              <a:defRPr sz="3000">
                <a:solidFill>
                  <a:srgbClr val="A7A7A7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2038350" indent="-523875">
              <a:lnSpc>
                <a:spcPct val="100000"/>
              </a:lnSpc>
              <a:buClrTx/>
              <a:buSzPts val="3000"/>
              <a:buFontTx/>
              <a:buChar char="-"/>
              <a:defRPr sz="3000">
                <a:solidFill>
                  <a:srgbClr val="A7A7A7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495550" indent="-523875">
              <a:lnSpc>
                <a:spcPct val="100000"/>
              </a:lnSpc>
              <a:buClrTx/>
              <a:buSzPts val="3000"/>
              <a:buFontTx/>
              <a:buChar char="-"/>
              <a:defRPr sz="3000">
                <a:solidFill>
                  <a:srgbClr val="A7A7A7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</a:lstStyle>
          <a:p>
            <a:r>
              <a:t>Body Level One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390" name="Slide Number"/>
          <p:cNvSpPr txBox="1"/>
          <p:nvPr>
            <p:ph type="sldNum" sz="quarter" idx="2"/>
          </p:nvPr>
        </p:nvSpPr>
        <p:spPr>
          <a:xfrm>
            <a:off x="8490412" y="4783454"/>
            <a:ext cx="196292" cy="185878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>
            <a:lvl1pPr>
              <a:defRPr sz="1300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Bullets, &amp; Photo cop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54;p13"/>
          <p:cNvSpPr/>
          <p:nvPr/>
        </p:nvSpPr>
        <p:spPr>
          <a:xfrm>
            <a:off x="8257030" y="4727447"/>
            <a:ext cx="788702" cy="315602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0" tIns="0" rIns="0" bIns="0" anchor="ctr"/>
          <a:lstStyle/>
          <a:p>
            <a:pPr>
              <a:defRPr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</a:p>
        </p:txBody>
      </p:sp>
      <p:pic>
        <p:nvPicPr>
          <p:cNvPr id="398" name="Google Shape;55;p13" descr="Google Shape;55;p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2508" y="4727447"/>
            <a:ext cx="1429406" cy="31547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399" name="Google Shape;56;p13" descr="Google Shape;56;p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983" y="4769758"/>
            <a:ext cx="982217" cy="23084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400" name="Title Text"/>
          <p:cNvSpPr txBox="1"/>
          <p:nvPr>
            <p:ph type="title" hasCustomPrompt="1"/>
          </p:nvPr>
        </p:nvSpPr>
        <p:spPr>
          <a:xfrm>
            <a:off x="343494" y="191096"/>
            <a:ext cx="8457003" cy="468901"/>
          </a:xfrm>
          <a:prstGeom prst="rect">
            <a:avLst/>
          </a:prstGeom>
        </p:spPr>
        <p:txBody>
          <a:bodyPr lIns="0" tIns="0" rIns="0" bIns="0"/>
          <a:lstStyle>
            <a:lvl1pPr>
              <a:defRPr sz="4800" b="1">
                <a:solidFill>
                  <a:srgbClr val="5E90E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r>
              <a:t>Title Text</a:t>
            </a:r>
          </a:p>
        </p:txBody>
      </p:sp>
      <p:sp>
        <p:nvSpPr>
          <p:cNvPr id="401" name="Google Shape;92;p20"/>
          <p:cNvSpPr/>
          <p:nvPr>
            <p:ph type="pic" sz="half" idx="21"/>
          </p:nvPr>
        </p:nvSpPr>
        <p:spPr>
          <a:xfrm>
            <a:off x="4999863" y="554421"/>
            <a:ext cx="3578100" cy="4290301"/>
          </a:xfrm>
          <a:prstGeom prst="rect">
            <a:avLst/>
          </a:prstGeom>
          <a:ln w="9525">
            <a:solidFill>
              <a:srgbClr val="000000"/>
            </a:solidFill>
            <a:round/>
          </a:ln>
        </p:spPr>
        <p:txBody>
          <a:bodyPr lIns="91439" tIns="45719" rIns="91439" bIns="45719">
            <a:noAutofit/>
          </a:bodyPr>
          <a:lstStyle/>
          <a:p/>
        </p:txBody>
      </p:sp>
      <p:sp>
        <p:nvSpPr>
          <p:cNvPr id="402" name="Body Level One…"/>
          <p:cNvSpPr txBox="1"/>
          <p:nvPr>
            <p:ph type="body" sz="half" idx="1" hasCustomPrompt="1"/>
          </p:nvPr>
        </p:nvSpPr>
        <p:spPr>
          <a:xfrm>
            <a:off x="513587" y="707064"/>
            <a:ext cx="4015200" cy="4131601"/>
          </a:xfrm>
          <a:prstGeom prst="rect">
            <a:avLst/>
          </a:prstGeom>
        </p:spPr>
        <p:txBody>
          <a:bodyPr lIns="0" tIns="0" rIns="0" bIns="0"/>
          <a:lstStyle>
            <a:lvl1pPr indent="-375920">
              <a:lnSpc>
                <a:spcPct val="100000"/>
              </a:lnSpc>
              <a:spcBef>
                <a:spcPts val="1200"/>
              </a:spcBef>
              <a:buClr>
                <a:srgbClr val="000000"/>
              </a:buClr>
              <a:buSzPts val="2300"/>
              <a:buFont typeface="Helvetica"/>
              <a:buChar char="‣"/>
              <a:defRPr sz="2300">
                <a:solidFill>
                  <a:srgbClr val="53535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914400" indent="-339090">
              <a:lnSpc>
                <a:spcPct val="100000"/>
              </a:lnSpc>
              <a:spcBef>
                <a:spcPts val="1200"/>
              </a:spcBef>
              <a:buClr>
                <a:srgbClr val="000000"/>
              </a:buClr>
              <a:buSzPts val="2300"/>
              <a:buFont typeface="Helvetica"/>
              <a:buChar char="•"/>
              <a:defRPr sz="2300">
                <a:solidFill>
                  <a:srgbClr val="53535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1371600" indent="-339090">
              <a:lnSpc>
                <a:spcPct val="100000"/>
              </a:lnSpc>
              <a:spcBef>
                <a:spcPts val="1200"/>
              </a:spcBef>
              <a:buClr>
                <a:srgbClr val="000000"/>
              </a:buClr>
              <a:buSzPts val="2300"/>
              <a:buFont typeface="Helvetica"/>
              <a:buChar char="•"/>
              <a:defRPr sz="2300">
                <a:solidFill>
                  <a:srgbClr val="53535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1828800" indent="-339090">
              <a:lnSpc>
                <a:spcPct val="100000"/>
              </a:lnSpc>
              <a:spcBef>
                <a:spcPts val="1200"/>
              </a:spcBef>
              <a:buClr>
                <a:srgbClr val="000000"/>
              </a:buClr>
              <a:buSzPts val="2300"/>
              <a:buFont typeface="Helvetica"/>
              <a:buChar char="๏"/>
              <a:defRPr sz="2300">
                <a:solidFill>
                  <a:srgbClr val="53535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2286000" indent="-339090">
              <a:lnSpc>
                <a:spcPct val="100000"/>
              </a:lnSpc>
              <a:spcBef>
                <a:spcPts val="1200"/>
              </a:spcBef>
              <a:buClr>
                <a:srgbClr val="000000"/>
              </a:buClr>
              <a:buSzPts val="2300"/>
              <a:buFont typeface="Helvetica"/>
              <a:buChar char="๏"/>
              <a:defRPr sz="2300">
                <a:solidFill>
                  <a:srgbClr val="535353"/>
                </a:solidFill>
                <a:latin typeface="Nunito"/>
                <a:ea typeface="Nunito"/>
                <a:cs typeface="Nunito"/>
                <a:sym typeface="Nunito"/>
              </a:defRPr>
            </a:lvl5pPr>
          </a:lstStyle>
          <a:p>
            <a:r>
              <a:t>Body Level One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403" name="Slide Number"/>
          <p:cNvSpPr txBox="1"/>
          <p:nvPr>
            <p:ph type="sldNum" sz="quarter" idx="2"/>
          </p:nvPr>
        </p:nvSpPr>
        <p:spPr>
          <a:xfrm>
            <a:off x="4539764" y="4781550"/>
            <a:ext cx="269987" cy="265621"/>
          </a:xfrm>
          <a:prstGeom prst="rect">
            <a:avLst/>
          </a:prstGeom>
        </p:spPr>
        <p:txBody>
          <a:bodyPr lIns="64275" tIns="64275" rIns="64275" bIns="64275" anchor="t">
            <a:spAutoFit/>
          </a:bodyPr>
          <a:lstStyle>
            <a:lvl1pPr>
              <a:defRPr>
                <a:solidFill>
                  <a:srgbClr val="A7A7A7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54;p13"/>
          <p:cNvSpPr/>
          <p:nvPr/>
        </p:nvSpPr>
        <p:spPr>
          <a:xfrm>
            <a:off x="8257030" y="4727447"/>
            <a:ext cx="788702" cy="315602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0" tIns="0" rIns="0" bIns="0" anchor="ctr"/>
          <a:lstStyle/>
          <a:p>
            <a:pPr>
              <a:defRPr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</a:p>
        </p:txBody>
      </p:sp>
      <p:pic>
        <p:nvPicPr>
          <p:cNvPr id="411" name="Google Shape;55;p13" descr="Google Shape;55;p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2508" y="4727447"/>
            <a:ext cx="1429406" cy="31547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412" name="Google Shape;56;p13" descr="Google Shape;56;p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983" y="4769758"/>
            <a:ext cx="982217" cy="23084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413" name="Slide Number"/>
          <p:cNvSpPr txBox="1"/>
          <p:nvPr>
            <p:ph type="sldNum" sz="quarter" idx="2"/>
          </p:nvPr>
        </p:nvSpPr>
        <p:spPr>
          <a:xfrm>
            <a:off x="8490412" y="4783454"/>
            <a:ext cx="196292" cy="185878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>
            <a:lvl1pPr>
              <a:defRPr sz="1300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54;p13"/>
          <p:cNvSpPr/>
          <p:nvPr/>
        </p:nvSpPr>
        <p:spPr>
          <a:xfrm>
            <a:off x="8257030" y="4727447"/>
            <a:ext cx="788702" cy="315602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0" tIns="0" rIns="0" bIns="0" anchor="ctr"/>
          <a:lstStyle/>
          <a:p>
            <a:pPr>
              <a:defRPr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</a:p>
        </p:txBody>
      </p:sp>
      <p:pic>
        <p:nvPicPr>
          <p:cNvPr id="421" name="Google Shape;55;p13" descr="Google Shape;55;p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2508" y="4727447"/>
            <a:ext cx="1429406" cy="31547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422" name="Google Shape;56;p13" descr="Google Shape;56;p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983" y="4769758"/>
            <a:ext cx="982217" cy="23084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423" name="Title Text"/>
          <p:cNvSpPr txBox="1"/>
          <p:nvPr>
            <p:ph type="title" hasCustomPrompt="1"/>
          </p:nvPr>
        </p:nvSpPr>
        <p:spPr>
          <a:xfrm>
            <a:off x="1004150" y="1751764"/>
            <a:ext cx="7136701" cy="1022401"/>
          </a:xfrm>
          <a:prstGeom prst="rect">
            <a:avLst/>
          </a:prstGeom>
        </p:spPr>
        <p:txBody>
          <a:bodyPr anchor="b"/>
          <a:lstStyle>
            <a:lvl1pPr algn="ctr">
              <a:defRPr sz="5400" b="1">
                <a:solidFill>
                  <a:srgbClr val="5E90E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r>
              <a:t>Title Text</a:t>
            </a:r>
          </a:p>
        </p:txBody>
      </p:sp>
      <p:sp>
        <p:nvSpPr>
          <p:cNvPr id="424" name="Body Level One…"/>
          <p:cNvSpPr txBox="1"/>
          <p:nvPr>
            <p:ph type="body" sz="quarter" idx="1" hasCustomPrompt="1"/>
          </p:nvPr>
        </p:nvSpPr>
        <p:spPr>
          <a:xfrm>
            <a:off x="2137224" y="2850039"/>
            <a:ext cx="4870502" cy="792602"/>
          </a:xfrm>
          <a:prstGeom prst="rect">
            <a:avLst/>
          </a:prstGeom>
        </p:spPr>
        <p:txBody>
          <a:bodyPr/>
          <a:lstStyle>
            <a:lvl1pPr marL="228600" indent="-114300" algn="ctr">
              <a:lnSpc>
                <a:spcPct val="100000"/>
              </a:lnSpc>
              <a:buClrTx/>
              <a:buSzTx/>
              <a:buFontTx/>
              <a:buNone/>
              <a:defRPr sz="24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228600" indent="114300" algn="ctr">
              <a:lnSpc>
                <a:spcPct val="100000"/>
              </a:lnSpc>
              <a:buClrTx/>
              <a:buSzTx/>
              <a:buFontTx/>
              <a:buNone/>
              <a:defRPr sz="24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228600" indent="114300" algn="ctr">
              <a:lnSpc>
                <a:spcPct val="100000"/>
              </a:lnSpc>
              <a:buClrTx/>
              <a:buSzTx/>
              <a:buFontTx/>
              <a:buNone/>
              <a:defRPr sz="24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228600" indent="114300" algn="ctr">
              <a:lnSpc>
                <a:spcPct val="100000"/>
              </a:lnSpc>
              <a:buClrTx/>
              <a:buSzTx/>
              <a:buFontTx/>
              <a:buNone/>
              <a:defRPr sz="24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228600" indent="114300" algn="ctr">
              <a:lnSpc>
                <a:spcPct val="100000"/>
              </a:lnSpc>
              <a:buClrTx/>
              <a:buSzTx/>
              <a:buFontTx/>
              <a:buNone/>
              <a:defRPr sz="24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defRPr>
            </a:lvl5pPr>
          </a:lstStyle>
          <a:p>
            <a:r>
              <a:t>Body Level One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425" name="Slide Number"/>
          <p:cNvSpPr txBox="1"/>
          <p:nvPr>
            <p:ph type="sldNum" sz="quarter" idx="2"/>
          </p:nvPr>
        </p:nvSpPr>
        <p:spPr>
          <a:xfrm>
            <a:off x="8696874" y="4700057"/>
            <a:ext cx="324285" cy="31992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A7A7A7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54;p13"/>
          <p:cNvSpPr/>
          <p:nvPr/>
        </p:nvSpPr>
        <p:spPr>
          <a:xfrm>
            <a:off x="8257030" y="4727447"/>
            <a:ext cx="788702" cy="315602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0" tIns="0" rIns="0" bIns="0" anchor="ctr"/>
          <a:lstStyle/>
          <a:p>
            <a:pPr>
              <a:defRPr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</a:p>
        </p:txBody>
      </p:sp>
      <p:pic>
        <p:nvPicPr>
          <p:cNvPr id="433" name="Google Shape;55;p13" descr="Google Shape;55;p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2508" y="4727447"/>
            <a:ext cx="1429406" cy="31547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434" name="Google Shape;56;p13" descr="Google Shape;56;p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983" y="4769758"/>
            <a:ext cx="982217" cy="23084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435" name="Title Text"/>
          <p:cNvSpPr txBox="1"/>
          <p:nvPr>
            <p:ph type="title" hasCustomPrompt="1"/>
          </p:nvPr>
        </p:nvSpPr>
        <p:spPr>
          <a:xfrm>
            <a:off x="311698" y="814799"/>
            <a:ext cx="8571303" cy="942002"/>
          </a:xfrm>
          <a:prstGeom prst="rect">
            <a:avLst/>
          </a:prstGeom>
        </p:spPr>
        <p:txBody>
          <a:bodyPr anchor="ctr"/>
          <a:lstStyle>
            <a:lvl1pPr algn="ctr">
              <a:defRPr sz="4800" b="1">
                <a:solidFill>
                  <a:srgbClr val="5E90E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r>
              <a:t>Title Text</a:t>
            </a:r>
          </a:p>
        </p:txBody>
      </p:sp>
      <p:sp>
        <p:nvSpPr>
          <p:cNvPr id="436" name="Slide Number"/>
          <p:cNvSpPr txBox="1"/>
          <p:nvPr>
            <p:ph type="sldNum" sz="quarter" idx="2"/>
          </p:nvPr>
        </p:nvSpPr>
        <p:spPr>
          <a:xfrm>
            <a:off x="8696874" y="4700057"/>
            <a:ext cx="324285" cy="31992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/>
          <p:nvPr>
            <p:ph type="title" hasCustomPrompt="1"/>
          </p:nvPr>
        </p:nvSpPr>
        <p:spPr>
          <a:xfrm>
            <a:off x="311708" y="744573"/>
            <a:ext cx="8520601" cy="2052603"/>
          </a:xfrm>
          <a:prstGeom prst="rect">
            <a:avLst/>
          </a:prstGeom>
        </p:spPr>
        <p:txBody>
          <a:bodyPr anchor="b"/>
          <a:lstStyle>
            <a:lvl1pPr algn="ctr">
              <a:defRPr sz="5200"/>
            </a:lvl1pPr>
          </a:lstStyle>
          <a:p>
            <a:r>
              <a:t>Title Text</a:t>
            </a:r>
          </a:p>
        </p:txBody>
      </p:sp>
      <p:sp>
        <p:nvSpPr>
          <p:cNvPr id="12" name="Body Level One…"/>
          <p:cNvSpPr txBox="1"/>
          <p:nvPr>
            <p:ph type="body" sz="quarter" idx="1" hasCustomPrompt="1"/>
          </p:nvPr>
        </p:nvSpPr>
        <p:spPr>
          <a:xfrm>
            <a:off x="311698" y="2834125"/>
            <a:ext cx="8520603" cy="792602"/>
          </a:xfrm>
          <a:prstGeom prst="rect">
            <a:avLst/>
          </a:prstGeom>
        </p:spPr>
        <p:txBody>
          <a:bodyPr/>
          <a:lstStyle>
            <a:lvl1pPr marL="228600" indent="-114300" algn="ctr">
              <a:lnSpc>
                <a:spcPct val="100000"/>
              </a:lnSpc>
              <a:buClrTx/>
              <a:buSzTx/>
              <a:buFontTx/>
              <a:buNone/>
              <a:defRPr sz="2800"/>
            </a:lvl1pPr>
            <a:lvl2pPr marL="228600" indent="114300" algn="ctr">
              <a:lnSpc>
                <a:spcPct val="100000"/>
              </a:lnSpc>
              <a:buClrTx/>
              <a:buSzTx/>
              <a:buFontTx/>
              <a:buNone/>
              <a:defRPr sz="2800"/>
            </a:lvl2pPr>
            <a:lvl3pPr marL="228600" indent="114300" algn="ctr">
              <a:lnSpc>
                <a:spcPct val="100000"/>
              </a:lnSpc>
              <a:buClrTx/>
              <a:buSzTx/>
              <a:buFontTx/>
              <a:buNone/>
              <a:defRPr sz="2800"/>
            </a:lvl3pPr>
            <a:lvl4pPr marL="228600" indent="114300" algn="ctr">
              <a:lnSpc>
                <a:spcPct val="100000"/>
              </a:lnSpc>
              <a:buClrTx/>
              <a:buSzTx/>
              <a:buFontTx/>
              <a:buNone/>
              <a:defRPr sz="2800"/>
            </a:lvl4pPr>
            <a:lvl5pPr marL="228600" indent="114300" algn="ctr">
              <a:lnSpc>
                <a:spcPct val="100000"/>
              </a:lnSpc>
              <a:buClrTx/>
              <a:buSzTx/>
              <a:buFontTx/>
              <a:buNone/>
              <a:defRPr sz="2800"/>
            </a:lvl5pPr>
          </a:lstStyle>
          <a:p>
            <a:r>
              <a:t>Body Level One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/>
          <p:nvPr>
            <p:ph type="title" hasCustomPrompt="1"/>
          </p:nvPr>
        </p:nvSpPr>
        <p:spPr>
          <a:xfrm>
            <a:off x="311698" y="2150848"/>
            <a:ext cx="8520603" cy="841802"/>
          </a:xfrm>
          <a:prstGeom prst="rect">
            <a:avLst/>
          </a:prstGeom>
        </p:spPr>
        <p:txBody>
          <a:bodyPr anchor="ctr"/>
          <a:lstStyle>
            <a:lvl1pPr algn="ctr">
              <a:defRPr sz="3600"/>
            </a:lvl1pPr>
          </a:lstStyle>
          <a:p>
            <a:r>
              <a:t>Title Text</a:t>
            </a:r>
          </a:p>
        </p:txBody>
      </p:sp>
      <p:sp>
        <p:nvSpPr>
          <p:cNvPr id="2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itle Text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9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3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_AND_TWO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itle Text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8" name="Body Level One…"/>
          <p:cNvSpPr txBox="1"/>
          <p:nvPr>
            <p:ph type="body" sz="half" idx="1" hasCustomPrompt="1"/>
          </p:nvPr>
        </p:nvSpPr>
        <p:spPr>
          <a:xfrm>
            <a:off x="311698" y="1152475"/>
            <a:ext cx="3999903" cy="3416400"/>
          </a:xfrm>
          <a:prstGeom prst="rect">
            <a:avLst/>
          </a:prstGeom>
        </p:spPr>
        <p:txBody>
          <a:bodyPr/>
          <a:lstStyle>
            <a:lvl1pPr indent="-317500">
              <a:buSzPts val="1400"/>
              <a:defRPr sz="1400"/>
            </a:lvl1pPr>
            <a:lvl2pPr marL="965200" indent="-355600">
              <a:buSzPts val="1400"/>
              <a:defRPr sz="1400"/>
            </a:lvl2pPr>
            <a:lvl3pPr marL="1422400" indent="-355600">
              <a:buSzPts val="1400"/>
              <a:defRPr sz="1400"/>
            </a:lvl3pPr>
            <a:lvl4pPr marL="1879600" indent="-355600">
              <a:buSzPts val="1400"/>
              <a:defRPr sz="1400"/>
            </a:lvl4pPr>
            <a:lvl5pPr marL="2336800" indent="-355600">
              <a:buSzPts val="1400"/>
              <a:defRPr sz="1400"/>
            </a:lvl5pPr>
          </a:lstStyle>
          <a:p>
            <a:r>
              <a:t>Body Level One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39" name="Google Shape;23;p5"/>
          <p:cNvSpPr txBox="1"/>
          <p:nvPr>
            <p:ph type="body" sz="half" idx="21"/>
          </p:nvPr>
        </p:nvSpPr>
        <p:spPr>
          <a:xfrm>
            <a:off x="4832398" y="1152475"/>
            <a:ext cx="3999903" cy="34164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4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ONE_COLUM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itle Text"/>
          <p:cNvSpPr txBox="1"/>
          <p:nvPr>
            <p:ph type="title" hasCustomPrompt="1"/>
          </p:nvPr>
        </p:nvSpPr>
        <p:spPr>
          <a:xfrm>
            <a:off x="311698" y="555600"/>
            <a:ext cx="2808003" cy="755700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r>
              <a:t>Title Text</a:t>
            </a:r>
          </a:p>
        </p:txBody>
      </p:sp>
      <p:sp>
        <p:nvSpPr>
          <p:cNvPr id="56" name="Body Level One…"/>
          <p:cNvSpPr txBox="1"/>
          <p:nvPr>
            <p:ph type="body" sz="quarter" idx="1" hasCustomPrompt="1"/>
          </p:nvPr>
        </p:nvSpPr>
        <p:spPr>
          <a:xfrm>
            <a:off x="311698" y="1389598"/>
            <a:ext cx="2808003" cy="3179403"/>
          </a:xfrm>
          <a:prstGeom prst="rect">
            <a:avLst/>
          </a:prstGeom>
        </p:spPr>
        <p:txBody>
          <a:bodyPr/>
          <a:lstStyle>
            <a:lvl1pPr indent="-304800">
              <a:buSzPts val="1200"/>
              <a:defRPr sz="1200"/>
            </a:lvl1pPr>
            <a:lvl2pPr marL="914400" indent="-304800">
              <a:buSzPts val="1200"/>
              <a:defRPr sz="1200"/>
            </a:lvl2pPr>
            <a:lvl3pPr marL="1371600" indent="-304800">
              <a:buSzPts val="1200"/>
              <a:defRPr sz="1200"/>
            </a:lvl3pPr>
            <a:lvl4pPr marL="1828800" indent="-304800">
              <a:buSzPts val="1200"/>
              <a:defRPr sz="1200"/>
            </a:lvl4pPr>
            <a:lvl5pPr marL="2286000" indent="-304800">
              <a:buSzPts val="1200"/>
              <a:defRPr sz="1200"/>
            </a:lvl5pPr>
          </a:lstStyle>
          <a:p>
            <a:r>
              <a:t>Body Level One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5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MAIN_POI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Title Text"/>
          <p:cNvSpPr txBox="1"/>
          <p:nvPr>
            <p:ph type="title" hasCustomPrompt="1"/>
          </p:nvPr>
        </p:nvSpPr>
        <p:spPr>
          <a:xfrm>
            <a:off x="490250" y="450148"/>
            <a:ext cx="6367801" cy="4090803"/>
          </a:xfrm>
          <a:prstGeom prst="rect">
            <a:avLst/>
          </a:prstGeom>
        </p:spPr>
        <p:txBody>
          <a:bodyPr anchor="ctr"/>
          <a:lstStyle>
            <a:lvl1pPr>
              <a:defRPr sz="4800"/>
            </a:lvl1pPr>
          </a:lstStyle>
          <a:p>
            <a:r>
              <a:t>Title Text</a:t>
            </a:r>
          </a:p>
        </p:txBody>
      </p:sp>
      <p:sp>
        <p:nvSpPr>
          <p:cNvPr id="6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_TITLE_AND_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36;p9"/>
          <p:cNvSpPr/>
          <p:nvPr/>
        </p:nvSpPr>
        <p:spPr>
          <a:xfrm>
            <a:off x="4572000" y="-126"/>
            <a:ext cx="4572000" cy="5143503"/>
          </a:xfrm>
          <a:prstGeom prst="rect">
            <a:avLst/>
          </a:prstGeom>
          <a:solidFill>
            <a:srgbClr val="EEEEEE"/>
          </a:solidFill>
          <a:ln w="12700">
            <a:miter lim="400000"/>
          </a:ln>
        </p:spPr>
        <p:txBody>
          <a:bodyPr lIns="0" tIns="0" rIns="0" bIns="0" anchor="ctr"/>
          <a:lstStyle/>
          <a:p/>
        </p:txBody>
      </p:sp>
      <p:sp>
        <p:nvSpPr>
          <p:cNvPr id="73" name="Title Text"/>
          <p:cNvSpPr txBox="1"/>
          <p:nvPr>
            <p:ph type="title" hasCustomPrompt="1"/>
          </p:nvPr>
        </p:nvSpPr>
        <p:spPr>
          <a:xfrm>
            <a:off x="265500" y="1233175"/>
            <a:ext cx="4045200" cy="1482302"/>
          </a:xfrm>
          <a:prstGeom prst="rect">
            <a:avLst/>
          </a:prstGeom>
        </p:spPr>
        <p:txBody>
          <a:bodyPr anchor="b"/>
          <a:lstStyle>
            <a:lvl1pPr algn="ctr">
              <a:defRPr sz="4200"/>
            </a:lvl1pPr>
          </a:lstStyle>
          <a:p>
            <a:r>
              <a:t>Title Text</a:t>
            </a:r>
          </a:p>
        </p:txBody>
      </p:sp>
      <p:sp>
        <p:nvSpPr>
          <p:cNvPr id="74" name="Body Level One…"/>
          <p:cNvSpPr txBox="1"/>
          <p:nvPr>
            <p:ph type="body" sz="quarter" idx="1" hasCustomPrompt="1"/>
          </p:nvPr>
        </p:nvSpPr>
        <p:spPr>
          <a:xfrm>
            <a:off x="265500" y="2803075"/>
            <a:ext cx="4045200" cy="1235101"/>
          </a:xfrm>
          <a:prstGeom prst="rect">
            <a:avLst/>
          </a:prstGeom>
        </p:spPr>
        <p:txBody>
          <a:bodyPr/>
          <a:lstStyle>
            <a:lvl1pPr marL="228600" indent="-114300" algn="ctr">
              <a:lnSpc>
                <a:spcPct val="100000"/>
              </a:lnSpc>
              <a:buClrTx/>
              <a:buSzTx/>
              <a:buFontTx/>
              <a:buNone/>
              <a:defRPr sz="2100"/>
            </a:lvl1pPr>
            <a:lvl2pPr marL="228600" indent="114300" algn="ctr">
              <a:lnSpc>
                <a:spcPct val="100000"/>
              </a:lnSpc>
              <a:buClrTx/>
              <a:buSzTx/>
              <a:buFontTx/>
              <a:buNone/>
              <a:defRPr sz="2100"/>
            </a:lvl2pPr>
            <a:lvl3pPr marL="228600" indent="114300" algn="ctr">
              <a:lnSpc>
                <a:spcPct val="100000"/>
              </a:lnSpc>
              <a:buClrTx/>
              <a:buSzTx/>
              <a:buFontTx/>
              <a:buNone/>
              <a:defRPr sz="2100"/>
            </a:lvl3pPr>
            <a:lvl4pPr marL="228600" indent="114300" algn="ctr">
              <a:lnSpc>
                <a:spcPct val="100000"/>
              </a:lnSpc>
              <a:buClrTx/>
              <a:buSzTx/>
              <a:buFontTx/>
              <a:buNone/>
              <a:defRPr sz="2100"/>
            </a:lvl4pPr>
            <a:lvl5pPr marL="228600" indent="114300" algn="ctr">
              <a:lnSpc>
                <a:spcPct val="100000"/>
              </a:lnSpc>
              <a:buClrTx/>
              <a:buSzTx/>
              <a:buFontTx/>
              <a:buNone/>
              <a:defRPr sz="2100"/>
            </a:lvl5pPr>
          </a:lstStyle>
          <a:p>
            <a:r>
              <a:t>Body Level One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75" name="Google Shape;39;p9"/>
          <p:cNvSpPr txBox="1"/>
          <p:nvPr>
            <p:ph type="body" sz="half" idx="21"/>
          </p:nvPr>
        </p:nvSpPr>
        <p:spPr>
          <a:xfrm>
            <a:off x="4939500" y="724074"/>
            <a:ext cx="3837000" cy="3695103"/>
          </a:xfrm>
          <a:prstGeom prst="rect">
            <a:avLst/>
          </a:prstGeom>
        </p:spPr>
        <p:txBody>
          <a:bodyPr anchor="ctr"/>
          <a:lstStyle/>
          <a:p/>
        </p:txBody>
      </p:sp>
      <p:sp>
        <p:nvSpPr>
          <p:cNvPr id="76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APTION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Body Level One…"/>
          <p:cNvSpPr txBox="1"/>
          <p:nvPr>
            <p:ph type="body" sz="quarter" idx="1" hasCustomPrompt="1"/>
          </p:nvPr>
        </p:nvSpPr>
        <p:spPr>
          <a:xfrm>
            <a:off x="311698" y="4230575"/>
            <a:ext cx="5998804" cy="605102"/>
          </a:xfrm>
          <a:prstGeom prst="rect">
            <a:avLst/>
          </a:prstGeom>
        </p:spPr>
        <p:txBody>
          <a:bodyPr anchor="ctr"/>
          <a:lstStyle>
            <a:lvl1pPr marL="0" indent="228600">
              <a:lnSpc>
                <a:spcPct val="100000"/>
              </a:lnSpc>
              <a:buClrTx/>
              <a:buSzTx/>
              <a:buFontTx/>
              <a:buNone/>
            </a:lvl1pPr>
            <a:lvl2pPr>
              <a:lnSpc>
                <a:spcPct val="100000"/>
              </a:lnSpc>
              <a:buClrTx/>
              <a:buFontTx/>
            </a:lvl2pPr>
            <a:lvl3pPr>
              <a:lnSpc>
                <a:spcPct val="100000"/>
              </a:lnSpc>
              <a:buClrTx/>
              <a:buFontTx/>
            </a:lvl3pPr>
            <a:lvl4pPr>
              <a:lnSpc>
                <a:spcPct val="100000"/>
              </a:lnSpc>
              <a:buClrTx/>
              <a:buFontTx/>
            </a:lvl4pPr>
            <a:lvl5pPr>
              <a:lnSpc>
                <a:spcPct val="100000"/>
              </a:lnSpc>
              <a:buClrTx/>
              <a:buFontTx/>
            </a:lvl5pPr>
          </a:lstStyle>
          <a:p>
            <a:r>
              <a:t>Body Level One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8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IG_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xx%"/>
          <p:cNvSpPr txBox="1"/>
          <p:nvPr>
            <p:ph type="title" hasCustomPrompt="1"/>
          </p:nvPr>
        </p:nvSpPr>
        <p:spPr>
          <a:xfrm>
            <a:off x="311698" y="1106125"/>
            <a:ext cx="8520603" cy="1963500"/>
          </a:xfrm>
          <a:prstGeom prst="rect">
            <a:avLst/>
          </a:prstGeom>
        </p:spPr>
        <p:txBody>
          <a:bodyPr anchor="b"/>
          <a:lstStyle>
            <a:lvl1pPr algn="ctr">
              <a:defRPr sz="12000"/>
            </a:lvl1pPr>
          </a:lstStyle>
          <a:p>
            <a:r>
              <a:t>xx%</a:t>
            </a:r>
          </a:p>
        </p:txBody>
      </p:sp>
      <p:sp>
        <p:nvSpPr>
          <p:cNvPr id="92" name="Body Level One…"/>
          <p:cNvSpPr txBox="1"/>
          <p:nvPr>
            <p:ph type="body" sz="half" idx="1" hasCustomPrompt="1"/>
          </p:nvPr>
        </p:nvSpPr>
        <p:spPr>
          <a:xfrm>
            <a:off x="311698" y="3152225"/>
            <a:ext cx="8520603" cy="1300800"/>
          </a:xfrm>
          <a:prstGeom prst="rect">
            <a:avLst/>
          </a:prstGeom>
        </p:spPr>
        <p:txBody>
          <a:bodyPr/>
          <a:lstStyle>
            <a:lvl1pPr algn="ctr"/>
            <a:lvl2pPr algn="ctr"/>
            <a:lvl3pPr algn="ctr"/>
            <a:lvl4pPr algn="ctr"/>
            <a:lvl5pPr algn="ctr"/>
          </a:lstStyle>
          <a:p>
            <a:r>
              <a:t>Body Level One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9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"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58;p14"/>
          <p:cNvSpPr/>
          <p:nvPr/>
        </p:nvSpPr>
        <p:spPr>
          <a:xfrm>
            <a:off x="-20437" y="1710258"/>
            <a:ext cx="9265802" cy="2201700"/>
          </a:xfrm>
          <a:prstGeom prst="rect">
            <a:avLst/>
          </a:prstGeom>
          <a:solidFill>
            <a:srgbClr val="E7E6E6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5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  <a:endParaRPr sz="1400"/>
          </a:p>
        </p:txBody>
      </p:sp>
      <p:sp>
        <p:nvSpPr>
          <p:cNvPr id="108" name="Title Text"/>
          <p:cNvSpPr txBox="1"/>
          <p:nvPr>
            <p:ph type="title" hasCustomPrompt="1"/>
          </p:nvPr>
        </p:nvSpPr>
        <p:spPr>
          <a:xfrm>
            <a:off x="4316803" y="1797455"/>
            <a:ext cx="4704902" cy="1014302"/>
          </a:xfrm>
          <a:prstGeom prst="rect">
            <a:avLst/>
          </a:prstGeom>
        </p:spPr>
        <p:txBody>
          <a:bodyPr lIns="0" tIns="0" rIns="0" bIns="0"/>
          <a:lstStyle>
            <a:lvl1pPr>
              <a:defRPr sz="4800" b="1">
                <a:solidFill>
                  <a:srgbClr val="5E90E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r>
              <a:t>Title Text</a:t>
            </a:r>
          </a:p>
        </p:txBody>
      </p:sp>
      <p:sp>
        <p:nvSpPr>
          <p:cNvPr id="109" name="Body Level One…"/>
          <p:cNvSpPr txBox="1"/>
          <p:nvPr>
            <p:ph type="body" sz="quarter" idx="1" hasCustomPrompt="1"/>
          </p:nvPr>
        </p:nvSpPr>
        <p:spPr>
          <a:xfrm>
            <a:off x="4391025" y="2537460"/>
            <a:ext cx="4556701" cy="1285802"/>
          </a:xfrm>
          <a:prstGeom prst="rect">
            <a:avLst/>
          </a:prstGeom>
        </p:spPr>
        <p:txBody>
          <a:bodyPr lIns="0" tIns="0" rIns="0" bIns="0"/>
          <a:lstStyle>
            <a:lvl1pPr marL="0" indent="228600">
              <a:lnSpc>
                <a:spcPct val="100000"/>
              </a:lnSpc>
              <a:spcBef>
                <a:spcPts val="1200"/>
              </a:spcBef>
              <a:buClrTx/>
              <a:buSzTx/>
              <a:buFontTx/>
              <a:buNone/>
              <a:defRPr sz="23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0" indent="228600">
              <a:lnSpc>
                <a:spcPct val="100000"/>
              </a:lnSpc>
              <a:spcBef>
                <a:spcPts val="1200"/>
              </a:spcBef>
              <a:buClrTx/>
              <a:buSzTx/>
              <a:buFontTx/>
              <a:buNone/>
              <a:defRPr sz="23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0" indent="228600">
              <a:lnSpc>
                <a:spcPct val="100000"/>
              </a:lnSpc>
              <a:spcBef>
                <a:spcPts val="1200"/>
              </a:spcBef>
              <a:buClrTx/>
              <a:buSzTx/>
              <a:buFontTx/>
              <a:buNone/>
              <a:defRPr sz="23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0" indent="228600">
              <a:lnSpc>
                <a:spcPct val="100000"/>
              </a:lnSpc>
              <a:spcBef>
                <a:spcPts val="1200"/>
              </a:spcBef>
              <a:buClrTx/>
              <a:buSzTx/>
              <a:buFontTx/>
              <a:buNone/>
              <a:defRPr sz="23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0" indent="228600">
              <a:lnSpc>
                <a:spcPct val="100000"/>
              </a:lnSpc>
              <a:spcBef>
                <a:spcPts val="1200"/>
              </a:spcBef>
              <a:buClrTx/>
              <a:buSzTx/>
              <a:buFontTx/>
              <a:buNone/>
              <a:defRPr sz="23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</a:lstStyle>
          <a:p>
            <a:r>
              <a:t>Body Level One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pic>
        <p:nvPicPr>
          <p:cNvPr id="110" name="Google Shape;61;p14" descr="Google Shape;61;p14"/>
          <p:cNvPicPr>
            <a:picLocks noChangeAspect="1"/>
          </p:cNvPicPr>
          <p:nvPr/>
        </p:nvPicPr>
        <p:blipFill>
          <a:blip r:embed="rId3"/>
          <a:srcRect l="4387" t="12167" r="4396" b="12167"/>
          <a:stretch>
            <a:fillRect/>
          </a:stretch>
        </p:blipFill>
        <p:spPr>
          <a:xfrm>
            <a:off x="367418" y="1955562"/>
            <a:ext cx="3002391" cy="115526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11" name="Google Shape;62;p14"/>
          <p:cNvSpPr txBox="1"/>
          <p:nvPr>
            <p:ph type="body" sz="quarter" idx="21"/>
          </p:nvPr>
        </p:nvSpPr>
        <p:spPr>
          <a:xfrm>
            <a:off x="2614611" y="4751508"/>
            <a:ext cx="4353003" cy="172802"/>
          </a:xfrm>
          <a:prstGeom prst="rect">
            <a:avLst/>
          </a:prstGeom>
        </p:spPr>
        <p:txBody>
          <a:bodyPr lIns="50800" tIns="50800" rIns="50800" bIns="50800" anchor="b"/>
          <a:lstStyle/>
          <a:p>
            <a:pPr marL="182880" indent="-137160" defTabSz="365760">
              <a:buSzPts val="700"/>
              <a:defRPr sz="720"/>
            </a:pPr>
          </a:p>
        </p:txBody>
      </p:sp>
      <p:pic>
        <p:nvPicPr>
          <p:cNvPr id="112" name="Google Shape;63;p14" descr="Google Shape;63;p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31173" y="3396979"/>
            <a:ext cx="1429406" cy="31547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13" name="Google Shape;64;p14" descr="Google Shape;64;p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4088" y="3439292"/>
            <a:ext cx="982217" cy="230846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14" name="Slide Number"/>
          <p:cNvSpPr txBox="1"/>
          <p:nvPr>
            <p:ph type="sldNum" sz="quarter" idx="2"/>
          </p:nvPr>
        </p:nvSpPr>
        <p:spPr>
          <a:xfrm>
            <a:off x="8490412" y="4783454"/>
            <a:ext cx="196292" cy="185878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>
            <a:lvl1pPr>
              <a:defRPr sz="1300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54;p13"/>
          <p:cNvSpPr/>
          <p:nvPr/>
        </p:nvSpPr>
        <p:spPr>
          <a:xfrm>
            <a:off x="8257030" y="4727447"/>
            <a:ext cx="788702" cy="315602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5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  <a:endParaRPr sz="1400"/>
          </a:p>
        </p:txBody>
      </p:sp>
      <p:pic>
        <p:nvPicPr>
          <p:cNvPr id="122" name="Google Shape;55;p13" descr="Google Shape;55;p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2508" y="4727447"/>
            <a:ext cx="1429406" cy="31547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23" name="Google Shape;56;p13" descr="Google Shape;56;p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983" y="4769758"/>
            <a:ext cx="982217" cy="23084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24" name="Title Text"/>
          <p:cNvSpPr txBox="1"/>
          <p:nvPr>
            <p:ph type="title" hasCustomPrompt="1"/>
          </p:nvPr>
        </p:nvSpPr>
        <p:spPr>
          <a:xfrm>
            <a:off x="505420" y="86321"/>
            <a:ext cx="8043302" cy="480001"/>
          </a:xfrm>
          <a:prstGeom prst="rect">
            <a:avLst/>
          </a:prstGeom>
        </p:spPr>
        <p:txBody>
          <a:bodyPr lIns="0" tIns="0" rIns="0" bIns="0"/>
          <a:lstStyle>
            <a:lvl1pPr>
              <a:defRPr sz="4800" b="1">
                <a:solidFill>
                  <a:srgbClr val="5E90E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r>
              <a:t>Title Text</a:t>
            </a:r>
          </a:p>
        </p:txBody>
      </p:sp>
      <p:sp>
        <p:nvSpPr>
          <p:cNvPr id="125" name="Body Level One…"/>
          <p:cNvSpPr txBox="1"/>
          <p:nvPr>
            <p:ph type="body" idx="1" hasCustomPrompt="1"/>
          </p:nvPr>
        </p:nvSpPr>
        <p:spPr>
          <a:xfrm>
            <a:off x="486372" y="1076599"/>
            <a:ext cx="8304301" cy="3792602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00000"/>
              </a:lnSpc>
              <a:spcBef>
                <a:spcPts val="1200"/>
              </a:spcBef>
              <a:buClr>
                <a:srgbClr val="000000"/>
              </a:buClr>
              <a:buFont typeface="Helvetica"/>
              <a:buChar char="‣"/>
              <a:defRPr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914400" indent="-314325">
              <a:lnSpc>
                <a:spcPct val="100000"/>
              </a:lnSpc>
              <a:spcBef>
                <a:spcPts val="1200"/>
              </a:spcBef>
              <a:buClr>
                <a:srgbClr val="000000"/>
              </a:buClr>
              <a:buFont typeface="Helvetica"/>
              <a:buChar char="•"/>
              <a:defRPr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1371600" indent="-314325">
              <a:lnSpc>
                <a:spcPct val="100000"/>
              </a:lnSpc>
              <a:spcBef>
                <a:spcPts val="1200"/>
              </a:spcBef>
              <a:buClr>
                <a:srgbClr val="000000"/>
              </a:buClr>
              <a:buFont typeface="Helvetica"/>
              <a:buChar char="-"/>
              <a:defRPr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1828800" indent="-314325">
              <a:lnSpc>
                <a:spcPct val="100000"/>
              </a:lnSpc>
              <a:spcBef>
                <a:spcPts val="1200"/>
              </a:spcBef>
              <a:buClr>
                <a:srgbClr val="000000"/>
              </a:buClr>
              <a:buFont typeface="Helvetica"/>
              <a:buChar char="-"/>
              <a:defRPr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2286000" indent="-314325">
              <a:lnSpc>
                <a:spcPct val="100000"/>
              </a:lnSpc>
              <a:spcBef>
                <a:spcPts val="1200"/>
              </a:spcBef>
              <a:buClr>
                <a:srgbClr val="000000"/>
              </a:buClr>
              <a:buFont typeface="Helvetica"/>
              <a:buChar char="-"/>
              <a:defRPr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defRPr>
            </a:lvl5pPr>
          </a:lstStyle>
          <a:p>
            <a:r>
              <a:t>Body Level One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126" name="Google Shape;70;p15"/>
          <p:cNvSpPr txBox="1"/>
          <p:nvPr>
            <p:ph type="body" sz="quarter" idx="21"/>
          </p:nvPr>
        </p:nvSpPr>
        <p:spPr>
          <a:xfrm>
            <a:off x="538945" y="615591"/>
            <a:ext cx="6713700" cy="252002"/>
          </a:xfrm>
          <a:prstGeom prst="rect">
            <a:avLst/>
          </a:prstGeom>
        </p:spPr>
        <p:txBody>
          <a:bodyPr lIns="50800" tIns="50800" rIns="50800" bIns="50800"/>
          <a:lstStyle/>
          <a:p>
            <a:pPr marL="292735" indent="-219710" defTabSz="585470">
              <a:buSzPts val="1100"/>
              <a:defRPr sz="1150"/>
            </a:pPr>
          </a:p>
        </p:txBody>
      </p:sp>
      <p:sp>
        <p:nvSpPr>
          <p:cNvPr id="127" name="Slide Number"/>
          <p:cNvSpPr txBox="1"/>
          <p:nvPr>
            <p:ph type="sldNum" sz="quarter" idx="2"/>
          </p:nvPr>
        </p:nvSpPr>
        <p:spPr>
          <a:xfrm>
            <a:off x="4539764" y="4781550"/>
            <a:ext cx="269987" cy="265621"/>
          </a:xfrm>
          <a:prstGeom prst="rect">
            <a:avLst/>
          </a:prstGeom>
        </p:spPr>
        <p:txBody>
          <a:bodyPr lIns="64275" tIns="64275" rIns="64275" bIns="64275" anchor="t">
            <a:spAutoFit/>
          </a:bodyPr>
          <a:lstStyle>
            <a:lvl1pPr>
              <a:defRPr>
                <a:solidFill>
                  <a:srgbClr val="A7A7A7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72;p16"/>
          <p:cNvSpPr/>
          <p:nvPr/>
        </p:nvSpPr>
        <p:spPr>
          <a:xfrm>
            <a:off x="4561087" y="0"/>
            <a:ext cx="4581903" cy="5143500"/>
          </a:xfrm>
          <a:prstGeom prst="rect">
            <a:avLst/>
          </a:prstGeom>
          <a:solidFill>
            <a:srgbClr val="E7E6E6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5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  <a:endParaRPr sz="1400"/>
          </a:p>
        </p:txBody>
      </p:sp>
      <p:sp>
        <p:nvSpPr>
          <p:cNvPr id="135" name="Title Text"/>
          <p:cNvSpPr txBox="1"/>
          <p:nvPr>
            <p:ph type="title" hasCustomPrompt="1"/>
          </p:nvPr>
        </p:nvSpPr>
        <p:spPr>
          <a:xfrm>
            <a:off x="367900" y="2136967"/>
            <a:ext cx="3987002" cy="869702"/>
          </a:xfrm>
          <a:prstGeom prst="rect">
            <a:avLst/>
          </a:prstGeom>
        </p:spPr>
        <p:txBody>
          <a:bodyPr lIns="0" tIns="0" rIns="0" bIns="0"/>
          <a:lstStyle>
            <a:lvl1pPr>
              <a:defRPr sz="4800" b="1">
                <a:solidFill>
                  <a:srgbClr val="5E90E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r>
              <a:t>Title Text</a:t>
            </a:r>
          </a:p>
        </p:txBody>
      </p:sp>
      <p:sp>
        <p:nvSpPr>
          <p:cNvPr id="136" name="Google Shape;74;p16"/>
          <p:cNvSpPr txBox="1"/>
          <p:nvPr/>
        </p:nvSpPr>
        <p:spPr>
          <a:xfrm>
            <a:off x="5416108" y="3428515"/>
            <a:ext cx="3115802" cy="44314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 marR="3810" indent="5080" algn="ctr">
              <a:lnSpc>
                <a:spcPct val="115000"/>
              </a:lnSpc>
              <a:defRPr sz="15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t>The first all-in-one open source  software for autonomous driving</a:t>
            </a:r>
          </a:p>
        </p:txBody>
      </p:sp>
      <p:pic>
        <p:nvPicPr>
          <p:cNvPr id="137" name="Google Shape;75;p16" descr="Google Shape;75;p16"/>
          <p:cNvPicPr>
            <a:picLocks noChangeAspect="1"/>
          </p:cNvPicPr>
          <p:nvPr/>
        </p:nvPicPr>
        <p:blipFill>
          <a:blip r:embed="rId2"/>
          <a:srcRect l="4387" t="12167" r="4396" b="12167"/>
          <a:stretch>
            <a:fillRect/>
          </a:stretch>
        </p:blipFill>
        <p:spPr>
          <a:xfrm>
            <a:off x="5350809" y="1460262"/>
            <a:ext cx="3002385" cy="115526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38" name="Body Level One…"/>
          <p:cNvSpPr txBox="1"/>
          <p:nvPr>
            <p:ph type="body" sz="quarter" idx="1" hasCustomPrompt="1"/>
          </p:nvPr>
        </p:nvSpPr>
        <p:spPr>
          <a:xfrm>
            <a:off x="443695" y="3063517"/>
            <a:ext cx="4023001" cy="252002"/>
          </a:xfrm>
          <a:prstGeom prst="rect">
            <a:avLst/>
          </a:prstGeom>
        </p:spPr>
        <p:txBody>
          <a:bodyPr lIns="50800" tIns="50800" rIns="50800" bIns="50800"/>
          <a:lstStyle>
            <a:lvl1pPr marL="0" indent="228600">
              <a:lnSpc>
                <a:spcPct val="100000"/>
              </a:lnSpc>
              <a:buClrTx/>
              <a:buSzTx/>
              <a:buFontTx/>
              <a:buNone/>
              <a:defRPr sz="1300" b="1">
                <a:solidFill>
                  <a:srgbClr val="A9A9A9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826770" indent="-226695">
              <a:lnSpc>
                <a:spcPct val="100000"/>
              </a:lnSpc>
              <a:buClrTx/>
              <a:buSzPts val="1300"/>
              <a:buFontTx/>
              <a:buChar char="•"/>
              <a:defRPr sz="1300" b="1">
                <a:solidFill>
                  <a:srgbClr val="A9A9A9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283970" indent="-226695">
              <a:lnSpc>
                <a:spcPct val="100000"/>
              </a:lnSpc>
              <a:buClrTx/>
              <a:buSzPts val="1300"/>
              <a:buFontTx/>
              <a:buChar char="-"/>
              <a:defRPr sz="1300" b="1">
                <a:solidFill>
                  <a:srgbClr val="A9A9A9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741170" indent="-226695">
              <a:lnSpc>
                <a:spcPct val="100000"/>
              </a:lnSpc>
              <a:buClrTx/>
              <a:buSzPts val="1300"/>
              <a:buFontTx/>
              <a:buChar char="-"/>
              <a:defRPr sz="1300" b="1">
                <a:solidFill>
                  <a:srgbClr val="A9A9A9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198370" indent="-226695">
              <a:lnSpc>
                <a:spcPct val="100000"/>
              </a:lnSpc>
              <a:buClrTx/>
              <a:buSzPts val="1300"/>
              <a:buFontTx/>
              <a:buChar char="-"/>
              <a:defRPr sz="1300" b="1">
                <a:solidFill>
                  <a:srgbClr val="A9A9A9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</a:lstStyle>
          <a:p>
            <a:r>
              <a:t>Body Level One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139" name="Slide Number"/>
          <p:cNvSpPr txBox="1"/>
          <p:nvPr>
            <p:ph type="sldNum" sz="quarter" idx="2"/>
          </p:nvPr>
        </p:nvSpPr>
        <p:spPr>
          <a:xfrm>
            <a:off x="4473346" y="4782787"/>
            <a:ext cx="196293" cy="185878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>
            <a:lvl1pPr>
              <a:defRPr sz="1300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54;p13"/>
          <p:cNvSpPr/>
          <p:nvPr/>
        </p:nvSpPr>
        <p:spPr>
          <a:xfrm>
            <a:off x="8257030" y="4727447"/>
            <a:ext cx="788702" cy="315602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5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  <a:endParaRPr sz="1400"/>
          </a:p>
        </p:txBody>
      </p:sp>
      <p:pic>
        <p:nvPicPr>
          <p:cNvPr id="147" name="Google Shape;55;p13" descr="Google Shape;55;p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2508" y="4727447"/>
            <a:ext cx="1429406" cy="31547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48" name="Google Shape;56;p13" descr="Google Shape;56;p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983" y="4769758"/>
            <a:ext cx="982217" cy="23084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49" name="Title Text"/>
          <p:cNvSpPr txBox="1"/>
          <p:nvPr>
            <p:ph type="title" hasCustomPrompt="1"/>
          </p:nvPr>
        </p:nvSpPr>
        <p:spPr>
          <a:xfrm>
            <a:off x="581622" y="86321"/>
            <a:ext cx="6590101" cy="783000"/>
          </a:xfrm>
          <a:prstGeom prst="rect">
            <a:avLst/>
          </a:prstGeom>
        </p:spPr>
        <p:txBody>
          <a:bodyPr lIns="0" tIns="0" rIns="0" bIns="0"/>
          <a:lstStyle>
            <a:lvl1pPr>
              <a:defRPr sz="4800" b="1">
                <a:solidFill>
                  <a:srgbClr val="5E90E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r>
              <a:t>Title Text</a:t>
            </a:r>
          </a:p>
        </p:txBody>
      </p:sp>
      <p:sp>
        <p:nvSpPr>
          <p:cNvPr id="150" name="Body Level One…"/>
          <p:cNvSpPr txBox="1"/>
          <p:nvPr>
            <p:ph type="body" idx="1" hasCustomPrompt="1"/>
          </p:nvPr>
        </p:nvSpPr>
        <p:spPr>
          <a:xfrm>
            <a:off x="486372" y="918208"/>
            <a:ext cx="8304301" cy="3951002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00000"/>
              </a:lnSpc>
              <a:spcBef>
                <a:spcPts val="1200"/>
              </a:spcBef>
              <a:buClr>
                <a:srgbClr val="000000"/>
              </a:buClr>
              <a:buFont typeface="Helvetica"/>
              <a:buChar char="‣"/>
              <a:defRPr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914400" indent="-314325">
              <a:lnSpc>
                <a:spcPct val="100000"/>
              </a:lnSpc>
              <a:spcBef>
                <a:spcPts val="1200"/>
              </a:spcBef>
              <a:buClr>
                <a:srgbClr val="000000"/>
              </a:buClr>
              <a:buFont typeface="Helvetica"/>
              <a:buChar char="•"/>
              <a:defRPr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1371600" indent="-314325">
              <a:lnSpc>
                <a:spcPct val="100000"/>
              </a:lnSpc>
              <a:spcBef>
                <a:spcPts val="1200"/>
              </a:spcBef>
              <a:buClr>
                <a:srgbClr val="000000"/>
              </a:buClr>
              <a:buFont typeface="Helvetica"/>
              <a:buChar char="-"/>
              <a:defRPr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1828800" indent="-314325">
              <a:lnSpc>
                <a:spcPct val="100000"/>
              </a:lnSpc>
              <a:spcBef>
                <a:spcPts val="1200"/>
              </a:spcBef>
              <a:buClr>
                <a:srgbClr val="000000"/>
              </a:buClr>
              <a:buFont typeface="Helvetica"/>
              <a:buChar char="-"/>
              <a:defRPr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2286000" indent="-314325">
              <a:lnSpc>
                <a:spcPct val="100000"/>
              </a:lnSpc>
              <a:spcBef>
                <a:spcPts val="1200"/>
              </a:spcBef>
              <a:buClr>
                <a:srgbClr val="000000"/>
              </a:buClr>
              <a:buFont typeface="Helvetica"/>
              <a:buChar char="-"/>
              <a:defRPr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defRPr>
            </a:lvl5pPr>
          </a:lstStyle>
          <a:p>
            <a:r>
              <a:t>Body Level One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151" name="Slide Number"/>
          <p:cNvSpPr txBox="1"/>
          <p:nvPr>
            <p:ph type="sldNum" sz="quarter" idx="2"/>
          </p:nvPr>
        </p:nvSpPr>
        <p:spPr>
          <a:xfrm>
            <a:off x="4539764" y="4781550"/>
            <a:ext cx="269987" cy="265621"/>
          </a:xfrm>
          <a:prstGeom prst="rect">
            <a:avLst/>
          </a:prstGeom>
        </p:spPr>
        <p:txBody>
          <a:bodyPr lIns="64275" tIns="64275" rIns="64275" bIns="64275" anchor="t">
            <a:spAutoFit/>
          </a:bodyPr>
          <a:lstStyle>
            <a:lvl1pPr>
              <a:defRPr>
                <a:solidFill>
                  <a:srgbClr val="A7A7A7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54;p13"/>
          <p:cNvSpPr/>
          <p:nvPr/>
        </p:nvSpPr>
        <p:spPr>
          <a:xfrm>
            <a:off x="8257030" y="4727447"/>
            <a:ext cx="788702" cy="315602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5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  <a:endParaRPr sz="1400"/>
          </a:p>
        </p:txBody>
      </p:sp>
      <p:pic>
        <p:nvPicPr>
          <p:cNvPr id="159" name="Google Shape;55;p13" descr="Google Shape;55;p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2508" y="4727447"/>
            <a:ext cx="1429406" cy="31547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60" name="Google Shape;56;p13" descr="Google Shape;56;p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983" y="4769758"/>
            <a:ext cx="982217" cy="23084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61" name="Title Text"/>
          <p:cNvSpPr txBox="1"/>
          <p:nvPr>
            <p:ph type="title" hasCustomPrompt="1"/>
          </p:nvPr>
        </p:nvSpPr>
        <p:spPr>
          <a:xfrm>
            <a:off x="158351" y="-17907"/>
            <a:ext cx="6002700" cy="476400"/>
          </a:xfrm>
          <a:prstGeom prst="rect">
            <a:avLst/>
          </a:prstGeom>
        </p:spPr>
        <p:txBody>
          <a:bodyPr lIns="0" tIns="0" rIns="0" bIns="0"/>
          <a:lstStyle>
            <a:lvl1pPr>
              <a:defRPr sz="4800" b="1">
                <a:solidFill>
                  <a:srgbClr val="5E90E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r>
              <a:t>Title Text</a:t>
            </a:r>
          </a:p>
        </p:txBody>
      </p:sp>
      <p:sp>
        <p:nvSpPr>
          <p:cNvPr id="162" name="Slide Number"/>
          <p:cNvSpPr txBox="1"/>
          <p:nvPr>
            <p:ph type="sldNum" sz="quarter" idx="2"/>
          </p:nvPr>
        </p:nvSpPr>
        <p:spPr>
          <a:xfrm>
            <a:off x="4515700" y="4782787"/>
            <a:ext cx="153925" cy="148845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>
            <a:lvl1pPr>
              <a:defRPr>
                <a:solidFill>
                  <a:srgbClr val="A7A7A7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54;p13"/>
          <p:cNvSpPr/>
          <p:nvPr/>
        </p:nvSpPr>
        <p:spPr>
          <a:xfrm>
            <a:off x="8257030" y="4727447"/>
            <a:ext cx="788702" cy="315602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5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  <a:endParaRPr sz="1400"/>
          </a:p>
        </p:txBody>
      </p:sp>
      <p:pic>
        <p:nvPicPr>
          <p:cNvPr id="170" name="Google Shape;55;p13" descr="Google Shape;55;p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2508" y="4727447"/>
            <a:ext cx="1429406" cy="31547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71" name="Google Shape;56;p13" descr="Google Shape;56;p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983" y="4769758"/>
            <a:ext cx="982217" cy="23084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72" name="Title Text"/>
          <p:cNvSpPr txBox="1"/>
          <p:nvPr>
            <p:ph type="title" hasCustomPrompt="1"/>
          </p:nvPr>
        </p:nvSpPr>
        <p:spPr>
          <a:xfrm>
            <a:off x="158351" y="-17907"/>
            <a:ext cx="6002700" cy="476400"/>
          </a:xfrm>
          <a:prstGeom prst="rect">
            <a:avLst/>
          </a:prstGeom>
        </p:spPr>
        <p:txBody>
          <a:bodyPr lIns="0" tIns="0" rIns="0" bIns="0"/>
          <a:lstStyle>
            <a:lvl1pPr>
              <a:defRPr sz="4800" b="1">
                <a:solidFill>
                  <a:srgbClr val="5E90E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r>
              <a:t>Title Text</a:t>
            </a:r>
          </a:p>
        </p:txBody>
      </p:sp>
      <p:sp>
        <p:nvSpPr>
          <p:cNvPr id="173" name="Body Level One…"/>
          <p:cNvSpPr txBox="1"/>
          <p:nvPr>
            <p:ph type="body" sz="quarter" idx="1" hasCustomPrompt="1"/>
          </p:nvPr>
        </p:nvSpPr>
        <p:spPr>
          <a:xfrm>
            <a:off x="663099" y="464058"/>
            <a:ext cx="5497803" cy="476402"/>
          </a:xfrm>
          <a:prstGeom prst="rect">
            <a:avLst/>
          </a:prstGeom>
        </p:spPr>
        <p:txBody>
          <a:bodyPr lIns="0" tIns="0" rIns="0" bIns="0"/>
          <a:lstStyle>
            <a:lvl1pPr marL="0" indent="228600">
              <a:lnSpc>
                <a:spcPct val="100000"/>
              </a:lnSpc>
              <a:buClrTx/>
              <a:buSzTx/>
              <a:buFontTx/>
              <a:buNone/>
              <a:defRPr sz="3000">
                <a:solidFill>
                  <a:srgbClr val="A7A7A7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1123950" indent="-523875">
              <a:lnSpc>
                <a:spcPct val="100000"/>
              </a:lnSpc>
              <a:buClrTx/>
              <a:buSzPts val="3000"/>
              <a:buFontTx/>
              <a:buChar char="•"/>
              <a:defRPr sz="3000">
                <a:solidFill>
                  <a:srgbClr val="A7A7A7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581150" indent="-523875">
              <a:lnSpc>
                <a:spcPct val="100000"/>
              </a:lnSpc>
              <a:buClrTx/>
              <a:buSzPts val="3000"/>
              <a:buFontTx/>
              <a:buChar char="-"/>
              <a:defRPr sz="3000">
                <a:solidFill>
                  <a:srgbClr val="A7A7A7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2038350" indent="-523875">
              <a:lnSpc>
                <a:spcPct val="100000"/>
              </a:lnSpc>
              <a:buClrTx/>
              <a:buSzPts val="3000"/>
              <a:buFontTx/>
              <a:buChar char="-"/>
              <a:defRPr sz="3000">
                <a:solidFill>
                  <a:srgbClr val="A7A7A7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495550" indent="-523875">
              <a:lnSpc>
                <a:spcPct val="100000"/>
              </a:lnSpc>
              <a:buClrTx/>
              <a:buSzPts val="3000"/>
              <a:buFontTx/>
              <a:buChar char="-"/>
              <a:defRPr sz="3000">
                <a:solidFill>
                  <a:srgbClr val="A7A7A7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</a:lstStyle>
          <a:p>
            <a:r>
              <a:t>Body Level One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174" name="Slide Number"/>
          <p:cNvSpPr txBox="1"/>
          <p:nvPr>
            <p:ph type="sldNum" sz="quarter" idx="2"/>
          </p:nvPr>
        </p:nvSpPr>
        <p:spPr>
          <a:xfrm>
            <a:off x="8490412" y="4783454"/>
            <a:ext cx="196292" cy="185878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>
            <a:lvl1pPr>
              <a:defRPr sz="1300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Bullets, &amp; Photo cop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54;p13"/>
          <p:cNvSpPr/>
          <p:nvPr/>
        </p:nvSpPr>
        <p:spPr>
          <a:xfrm>
            <a:off x="8257030" y="4727447"/>
            <a:ext cx="788702" cy="315602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5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  <a:endParaRPr sz="1400"/>
          </a:p>
        </p:txBody>
      </p:sp>
      <p:pic>
        <p:nvPicPr>
          <p:cNvPr id="182" name="Google Shape;55;p13" descr="Google Shape;55;p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2508" y="4727447"/>
            <a:ext cx="1429406" cy="31547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83" name="Google Shape;56;p13" descr="Google Shape;56;p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983" y="4769758"/>
            <a:ext cx="982217" cy="23084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84" name="Title Text"/>
          <p:cNvSpPr txBox="1"/>
          <p:nvPr>
            <p:ph type="title" hasCustomPrompt="1"/>
          </p:nvPr>
        </p:nvSpPr>
        <p:spPr>
          <a:xfrm>
            <a:off x="343494" y="191096"/>
            <a:ext cx="8457003" cy="468901"/>
          </a:xfrm>
          <a:prstGeom prst="rect">
            <a:avLst/>
          </a:prstGeom>
        </p:spPr>
        <p:txBody>
          <a:bodyPr lIns="0" tIns="0" rIns="0" bIns="0"/>
          <a:lstStyle>
            <a:lvl1pPr>
              <a:defRPr sz="4800" b="1">
                <a:solidFill>
                  <a:srgbClr val="5E90E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r>
              <a:t>Title Text</a:t>
            </a:r>
          </a:p>
        </p:txBody>
      </p:sp>
      <p:sp>
        <p:nvSpPr>
          <p:cNvPr id="185" name="Google Shape;92;p20"/>
          <p:cNvSpPr/>
          <p:nvPr>
            <p:ph type="pic" sz="half" idx="21"/>
          </p:nvPr>
        </p:nvSpPr>
        <p:spPr>
          <a:xfrm>
            <a:off x="4999863" y="554421"/>
            <a:ext cx="3578100" cy="4290301"/>
          </a:xfrm>
          <a:prstGeom prst="rect">
            <a:avLst/>
          </a:prstGeom>
          <a:ln w="9525">
            <a:solidFill>
              <a:srgbClr val="000000"/>
            </a:solidFill>
            <a:round/>
          </a:ln>
        </p:spPr>
        <p:txBody>
          <a:bodyPr lIns="91439" tIns="45719" rIns="91439" bIns="45719">
            <a:noAutofit/>
          </a:bodyPr>
          <a:lstStyle/>
          <a:p/>
        </p:txBody>
      </p:sp>
      <p:sp>
        <p:nvSpPr>
          <p:cNvPr id="186" name="Body Level One…"/>
          <p:cNvSpPr txBox="1"/>
          <p:nvPr>
            <p:ph type="body" sz="half" idx="1" hasCustomPrompt="1"/>
          </p:nvPr>
        </p:nvSpPr>
        <p:spPr>
          <a:xfrm>
            <a:off x="513587" y="707064"/>
            <a:ext cx="4015200" cy="4131601"/>
          </a:xfrm>
          <a:prstGeom prst="rect">
            <a:avLst/>
          </a:prstGeom>
        </p:spPr>
        <p:txBody>
          <a:bodyPr lIns="0" tIns="0" rIns="0" bIns="0"/>
          <a:lstStyle>
            <a:lvl1pPr indent="-375920">
              <a:lnSpc>
                <a:spcPct val="100000"/>
              </a:lnSpc>
              <a:spcBef>
                <a:spcPts val="1200"/>
              </a:spcBef>
              <a:buClr>
                <a:srgbClr val="000000"/>
              </a:buClr>
              <a:buSzPts val="2300"/>
              <a:buFont typeface="Helvetica"/>
              <a:buChar char="‣"/>
              <a:defRPr sz="2300">
                <a:solidFill>
                  <a:srgbClr val="53535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914400" indent="-339090">
              <a:lnSpc>
                <a:spcPct val="100000"/>
              </a:lnSpc>
              <a:spcBef>
                <a:spcPts val="1200"/>
              </a:spcBef>
              <a:buClr>
                <a:srgbClr val="000000"/>
              </a:buClr>
              <a:buSzPts val="2300"/>
              <a:buFont typeface="Helvetica"/>
              <a:buChar char="•"/>
              <a:defRPr sz="2300">
                <a:solidFill>
                  <a:srgbClr val="53535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1371600" indent="-339090">
              <a:lnSpc>
                <a:spcPct val="100000"/>
              </a:lnSpc>
              <a:spcBef>
                <a:spcPts val="1200"/>
              </a:spcBef>
              <a:buClr>
                <a:srgbClr val="000000"/>
              </a:buClr>
              <a:buSzPts val="2300"/>
              <a:buFont typeface="Helvetica"/>
              <a:buChar char="•"/>
              <a:defRPr sz="2300">
                <a:solidFill>
                  <a:srgbClr val="53535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1828800" indent="-339090">
              <a:lnSpc>
                <a:spcPct val="100000"/>
              </a:lnSpc>
              <a:spcBef>
                <a:spcPts val="1200"/>
              </a:spcBef>
              <a:buClr>
                <a:srgbClr val="000000"/>
              </a:buClr>
              <a:buSzPts val="2300"/>
              <a:buFont typeface="Helvetica"/>
              <a:buChar char="๏"/>
              <a:defRPr sz="2300">
                <a:solidFill>
                  <a:srgbClr val="53535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2286000" indent="-339090">
              <a:lnSpc>
                <a:spcPct val="100000"/>
              </a:lnSpc>
              <a:spcBef>
                <a:spcPts val="1200"/>
              </a:spcBef>
              <a:buClr>
                <a:srgbClr val="000000"/>
              </a:buClr>
              <a:buSzPts val="2300"/>
              <a:buFont typeface="Helvetica"/>
              <a:buChar char="๏"/>
              <a:defRPr sz="2300">
                <a:solidFill>
                  <a:srgbClr val="535353"/>
                </a:solidFill>
                <a:latin typeface="Nunito"/>
                <a:ea typeface="Nunito"/>
                <a:cs typeface="Nunito"/>
                <a:sym typeface="Nunito"/>
              </a:defRPr>
            </a:lvl5pPr>
          </a:lstStyle>
          <a:p>
            <a:r>
              <a:t>Body Level One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187" name="Slide Number"/>
          <p:cNvSpPr txBox="1"/>
          <p:nvPr>
            <p:ph type="sldNum" sz="quarter" idx="2"/>
          </p:nvPr>
        </p:nvSpPr>
        <p:spPr>
          <a:xfrm>
            <a:off x="4539764" y="4781550"/>
            <a:ext cx="269987" cy="265621"/>
          </a:xfrm>
          <a:prstGeom prst="rect">
            <a:avLst/>
          </a:prstGeom>
        </p:spPr>
        <p:txBody>
          <a:bodyPr lIns="64275" tIns="64275" rIns="64275" bIns="64275" anchor="t">
            <a:spAutoFit/>
          </a:bodyPr>
          <a:lstStyle>
            <a:lvl1pPr>
              <a:defRPr>
                <a:solidFill>
                  <a:srgbClr val="A7A7A7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54;p13"/>
          <p:cNvSpPr/>
          <p:nvPr/>
        </p:nvSpPr>
        <p:spPr>
          <a:xfrm>
            <a:off x="8257030" y="4727447"/>
            <a:ext cx="788702" cy="315602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5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  <a:endParaRPr sz="1400"/>
          </a:p>
        </p:txBody>
      </p:sp>
      <p:pic>
        <p:nvPicPr>
          <p:cNvPr id="195" name="Google Shape;55;p13" descr="Google Shape;55;p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2508" y="4727447"/>
            <a:ext cx="1429406" cy="31547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96" name="Google Shape;56;p13" descr="Google Shape;56;p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983" y="4769758"/>
            <a:ext cx="982217" cy="23084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97" name="Slide Number"/>
          <p:cNvSpPr txBox="1"/>
          <p:nvPr>
            <p:ph type="sldNum" sz="quarter" idx="2"/>
          </p:nvPr>
        </p:nvSpPr>
        <p:spPr>
          <a:xfrm>
            <a:off x="8490412" y="4783454"/>
            <a:ext cx="196292" cy="185878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>
            <a:lvl1pPr>
              <a:defRPr sz="1300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54;p13"/>
          <p:cNvSpPr/>
          <p:nvPr/>
        </p:nvSpPr>
        <p:spPr>
          <a:xfrm>
            <a:off x="8257030" y="4727447"/>
            <a:ext cx="788702" cy="315602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5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  <a:endParaRPr sz="1400"/>
          </a:p>
        </p:txBody>
      </p:sp>
      <p:pic>
        <p:nvPicPr>
          <p:cNvPr id="205" name="Google Shape;55;p13" descr="Google Shape;55;p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2508" y="4727447"/>
            <a:ext cx="1429406" cy="31547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206" name="Google Shape;56;p13" descr="Google Shape;56;p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983" y="4769758"/>
            <a:ext cx="982217" cy="23084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207" name="Title Text"/>
          <p:cNvSpPr txBox="1"/>
          <p:nvPr>
            <p:ph type="title" hasCustomPrompt="1"/>
          </p:nvPr>
        </p:nvSpPr>
        <p:spPr>
          <a:xfrm>
            <a:off x="1004150" y="1751764"/>
            <a:ext cx="7136701" cy="1022401"/>
          </a:xfrm>
          <a:prstGeom prst="rect">
            <a:avLst/>
          </a:prstGeom>
        </p:spPr>
        <p:txBody>
          <a:bodyPr anchor="b"/>
          <a:lstStyle>
            <a:lvl1pPr algn="ctr">
              <a:defRPr sz="5400" b="1">
                <a:solidFill>
                  <a:srgbClr val="5E90E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r>
              <a:t>Title Text</a:t>
            </a:r>
          </a:p>
        </p:txBody>
      </p:sp>
      <p:sp>
        <p:nvSpPr>
          <p:cNvPr id="208" name="Body Level One…"/>
          <p:cNvSpPr txBox="1"/>
          <p:nvPr>
            <p:ph type="body" sz="quarter" idx="1" hasCustomPrompt="1"/>
          </p:nvPr>
        </p:nvSpPr>
        <p:spPr>
          <a:xfrm>
            <a:off x="2137224" y="2850039"/>
            <a:ext cx="4870502" cy="792602"/>
          </a:xfrm>
          <a:prstGeom prst="rect">
            <a:avLst/>
          </a:prstGeom>
        </p:spPr>
        <p:txBody>
          <a:bodyPr/>
          <a:lstStyle>
            <a:lvl1pPr marL="228600" indent="-114300" algn="ctr">
              <a:lnSpc>
                <a:spcPct val="100000"/>
              </a:lnSpc>
              <a:buClrTx/>
              <a:buSzTx/>
              <a:buFontTx/>
              <a:buNone/>
              <a:defRPr sz="24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228600" indent="114300" algn="ctr">
              <a:lnSpc>
                <a:spcPct val="100000"/>
              </a:lnSpc>
              <a:buClrTx/>
              <a:buSzTx/>
              <a:buFontTx/>
              <a:buNone/>
              <a:defRPr sz="24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228600" indent="114300" algn="ctr">
              <a:lnSpc>
                <a:spcPct val="100000"/>
              </a:lnSpc>
              <a:buClrTx/>
              <a:buSzTx/>
              <a:buFontTx/>
              <a:buNone/>
              <a:defRPr sz="24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228600" indent="114300" algn="ctr">
              <a:lnSpc>
                <a:spcPct val="100000"/>
              </a:lnSpc>
              <a:buClrTx/>
              <a:buSzTx/>
              <a:buFontTx/>
              <a:buNone/>
              <a:defRPr sz="24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228600" indent="114300" algn="ctr">
              <a:lnSpc>
                <a:spcPct val="100000"/>
              </a:lnSpc>
              <a:buClrTx/>
              <a:buSzTx/>
              <a:buFontTx/>
              <a:buNone/>
              <a:defRPr sz="24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defRPr>
            </a:lvl5pPr>
          </a:lstStyle>
          <a:p>
            <a:r>
              <a:t>Body Level One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209" name="Slide Number"/>
          <p:cNvSpPr txBox="1"/>
          <p:nvPr>
            <p:ph type="sldNum" sz="quarter" idx="2"/>
          </p:nvPr>
        </p:nvSpPr>
        <p:spPr>
          <a:xfrm>
            <a:off x="8696874" y="4700057"/>
            <a:ext cx="324285" cy="31992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A7A7A7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54;p13"/>
          <p:cNvSpPr/>
          <p:nvPr/>
        </p:nvSpPr>
        <p:spPr>
          <a:xfrm>
            <a:off x="8257030" y="4727447"/>
            <a:ext cx="788702" cy="315602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5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  <a:endParaRPr sz="1400"/>
          </a:p>
        </p:txBody>
      </p:sp>
      <p:pic>
        <p:nvPicPr>
          <p:cNvPr id="217" name="Google Shape;55;p13" descr="Google Shape;55;p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2508" y="4727447"/>
            <a:ext cx="1429406" cy="31547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218" name="Google Shape;56;p13" descr="Google Shape;56;p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983" y="4769758"/>
            <a:ext cx="982217" cy="23084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219" name="Title Text"/>
          <p:cNvSpPr txBox="1"/>
          <p:nvPr>
            <p:ph type="title" hasCustomPrompt="1"/>
          </p:nvPr>
        </p:nvSpPr>
        <p:spPr>
          <a:xfrm>
            <a:off x="311698" y="814799"/>
            <a:ext cx="8571303" cy="942002"/>
          </a:xfrm>
          <a:prstGeom prst="rect">
            <a:avLst/>
          </a:prstGeom>
        </p:spPr>
        <p:txBody>
          <a:bodyPr anchor="ctr"/>
          <a:lstStyle>
            <a:lvl1pPr algn="ctr">
              <a:defRPr sz="4800" b="1">
                <a:solidFill>
                  <a:srgbClr val="5E90E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r>
              <a:t>Title Text</a:t>
            </a:r>
          </a:p>
        </p:txBody>
      </p:sp>
      <p:sp>
        <p:nvSpPr>
          <p:cNvPr id="220" name="Slide Number"/>
          <p:cNvSpPr txBox="1"/>
          <p:nvPr>
            <p:ph type="sldNum" sz="quarter" idx="2"/>
          </p:nvPr>
        </p:nvSpPr>
        <p:spPr>
          <a:xfrm>
            <a:off x="8696874" y="4700057"/>
            <a:ext cx="324285" cy="31992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Title Text"/>
          <p:cNvSpPr txBox="1"/>
          <p:nvPr>
            <p:ph type="title" hasCustomPrompt="1"/>
          </p:nvPr>
        </p:nvSpPr>
        <p:spPr>
          <a:xfrm>
            <a:off x="311708" y="744573"/>
            <a:ext cx="8520601" cy="2052603"/>
          </a:xfrm>
          <a:prstGeom prst="rect">
            <a:avLst/>
          </a:prstGeom>
        </p:spPr>
        <p:txBody>
          <a:bodyPr anchor="b"/>
          <a:lstStyle>
            <a:lvl1pPr algn="ctr">
              <a:defRPr sz="5200"/>
            </a:lvl1pPr>
          </a:lstStyle>
          <a:p>
            <a:r>
              <a:t>Title Text</a:t>
            </a:r>
          </a:p>
        </p:txBody>
      </p:sp>
      <p:sp>
        <p:nvSpPr>
          <p:cNvPr id="228" name="Body Level One…"/>
          <p:cNvSpPr txBox="1"/>
          <p:nvPr>
            <p:ph type="body" sz="quarter" idx="1" hasCustomPrompt="1"/>
          </p:nvPr>
        </p:nvSpPr>
        <p:spPr>
          <a:xfrm>
            <a:off x="311698" y="2834125"/>
            <a:ext cx="8520603" cy="792602"/>
          </a:xfrm>
          <a:prstGeom prst="rect">
            <a:avLst/>
          </a:prstGeom>
        </p:spPr>
        <p:txBody>
          <a:bodyPr/>
          <a:lstStyle>
            <a:lvl1pPr marL="228600" indent="-114300" algn="ctr">
              <a:lnSpc>
                <a:spcPct val="100000"/>
              </a:lnSpc>
              <a:buClrTx/>
              <a:buSzTx/>
              <a:buFontTx/>
              <a:buNone/>
              <a:defRPr sz="2800"/>
            </a:lvl1pPr>
            <a:lvl2pPr marL="228600" indent="114300" algn="ctr">
              <a:lnSpc>
                <a:spcPct val="100000"/>
              </a:lnSpc>
              <a:buClrTx/>
              <a:buSzTx/>
              <a:buFontTx/>
              <a:buNone/>
              <a:defRPr sz="2800"/>
            </a:lvl2pPr>
            <a:lvl3pPr marL="228600" indent="114300" algn="ctr">
              <a:lnSpc>
                <a:spcPct val="100000"/>
              </a:lnSpc>
              <a:buClrTx/>
              <a:buSzTx/>
              <a:buFontTx/>
              <a:buNone/>
              <a:defRPr sz="2800"/>
            </a:lvl3pPr>
            <a:lvl4pPr marL="228600" indent="114300" algn="ctr">
              <a:lnSpc>
                <a:spcPct val="100000"/>
              </a:lnSpc>
              <a:buClrTx/>
              <a:buSzTx/>
              <a:buFontTx/>
              <a:buNone/>
              <a:defRPr sz="2800"/>
            </a:lvl4pPr>
            <a:lvl5pPr marL="228600" indent="114300" algn="ctr">
              <a:lnSpc>
                <a:spcPct val="100000"/>
              </a:lnSpc>
              <a:buClrTx/>
              <a:buSzTx/>
              <a:buFontTx/>
              <a:buNone/>
              <a:defRPr sz="2800"/>
            </a:lvl5pPr>
          </a:lstStyle>
          <a:p>
            <a:r>
              <a:t>Body Level One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22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Title Text"/>
          <p:cNvSpPr txBox="1"/>
          <p:nvPr>
            <p:ph type="title" hasCustomPrompt="1"/>
          </p:nvPr>
        </p:nvSpPr>
        <p:spPr>
          <a:xfrm>
            <a:off x="311698" y="2150848"/>
            <a:ext cx="8520603" cy="841802"/>
          </a:xfrm>
          <a:prstGeom prst="rect">
            <a:avLst/>
          </a:prstGeom>
        </p:spPr>
        <p:txBody>
          <a:bodyPr anchor="ctr"/>
          <a:lstStyle>
            <a:lvl1pPr algn="ctr">
              <a:defRPr sz="3600"/>
            </a:lvl1pPr>
          </a:lstStyle>
          <a:p>
            <a:r>
              <a:t>Title Text</a:t>
            </a:r>
          </a:p>
        </p:txBody>
      </p:sp>
      <p:sp>
        <p:nvSpPr>
          <p:cNvPr id="23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Title Text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45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246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_AND_TWO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Title Text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54" name="Body Level One…"/>
          <p:cNvSpPr txBox="1"/>
          <p:nvPr>
            <p:ph type="body" sz="half" idx="1" hasCustomPrompt="1"/>
          </p:nvPr>
        </p:nvSpPr>
        <p:spPr>
          <a:xfrm>
            <a:off x="311698" y="1152475"/>
            <a:ext cx="3999903" cy="3416400"/>
          </a:xfrm>
          <a:prstGeom prst="rect">
            <a:avLst/>
          </a:prstGeom>
        </p:spPr>
        <p:txBody>
          <a:bodyPr/>
          <a:lstStyle>
            <a:lvl1pPr indent="-317500">
              <a:buSzPts val="1400"/>
              <a:defRPr sz="1400"/>
            </a:lvl1pPr>
            <a:lvl2pPr marL="965200" indent="-355600">
              <a:buSzPts val="1400"/>
              <a:defRPr sz="1400"/>
            </a:lvl2pPr>
            <a:lvl3pPr marL="1422400" indent="-355600">
              <a:buSzPts val="1400"/>
              <a:defRPr sz="1400"/>
            </a:lvl3pPr>
            <a:lvl4pPr marL="1879600" indent="-355600">
              <a:buSzPts val="1400"/>
              <a:defRPr sz="1400"/>
            </a:lvl4pPr>
            <a:lvl5pPr marL="2336800" indent="-355600">
              <a:buSzPts val="1400"/>
              <a:defRPr sz="1400"/>
            </a:lvl5pPr>
          </a:lstStyle>
          <a:p>
            <a:r>
              <a:t>Body Level One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255" name="Google Shape;23;p5"/>
          <p:cNvSpPr txBox="1"/>
          <p:nvPr>
            <p:ph type="body" sz="half" idx="21"/>
          </p:nvPr>
        </p:nvSpPr>
        <p:spPr>
          <a:xfrm>
            <a:off x="4832398" y="1152475"/>
            <a:ext cx="3999903" cy="34164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256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Title Text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6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ONE_COLUM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Title Text"/>
          <p:cNvSpPr txBox="1"/>
          <p:nvPr>
            <p:ph type="title" hasCustomPrompt="1"/>
          </p:nvPr>
        </p:nvSpPr>
        <p:spPr>
          <a:xfrm>
            <a:off x="311698" y="555600"/>
            <a:ext cx="2808003" cy="755700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r>
              <a:t>Title Text</a:t>
            </a:r>
          </a:p>
        </p:txBody>
      </p:sp>
      <p:sp>
        <p:nvSpPr>
          <p:cNvPr id="272" name="Body Level One…"/>
          <p:cNvSpPr txBox="1"/>
          <p:nvPr>
            <p:ph type="body" sz="quarter" idx="1" hasCustomPrompt="1"/>
          </p:nvPr>
        </p:nvSpPr>
        <p:spPr>
          <a:xfrm>
            <a:off x="311698" y="1389598"/>
            <a:ext cx="2808003" cy="3179403"/>
          </a:xfrm>
          <a:prstGeom prst="rect">
            <a:avLst/>
          </a:prstGeom>
        </p:spPr>
        <p:txBody>
          <a:bodyPr/>
          <a:lstStyle>
            <a:lvl1pPr indent="-304800">
              <a:buSzPts val="1200"/>
              <a:defRPr sz="1200"/>
            </a:lvl1pPr>
            <a:lvl2pPr marL="914400" indent="-304800">
              <a:buSzPts val="1200"/>
              <a:defRPr sz="1200"/>
            </a:lvl2pPr>
            <a:lvl3pPr marL="1371600" indent="-304800">
              <a:buSzPts val="1200"/>
              <a:defRPr sz="1200"/>
            </a:lvl3pPr>
            <a:lvl4pPr marL="1828800" indent="-304800">
              <a:buSzPts val="1200"/>
              <a:defRPr sz="1200"/>
            </a:lvl4pPr>
            <a:lvl5pPr marL="2286000" indent="-304800">
              <a:buSzPts val="1200"/>
              <a:defRPr sz="1200"/>
            </a:lvl5pPr>
          </a:lstStyle>
          <a:p>
            <a:r>
              <a:t>Body Level One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27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MAIN_POI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Title Text"/>
          <p:cNvSpPr txBox="1"/>
          <p:nvPr>
            <p:ph type="title" hasCustomPrompt="1"/>
          </p:nvPr>
        </p:nvSpPr>
        <p:spPr>
          <a:xfrm>
            <a:off x="490250" y="450148"/>
            <a:ext cx="6367801" cy="4090803"/>
          </a:xfrm>
          <a:prstGeom prst="rect">
            <a:avLst/>
          </a:prstGeom>
        </p:spPr>
        <p:txBody>
          <a:bodyPr anchor="ctr"/>
          <a:lstStyle>
            <a:lvl1pPr>
              <a:defRPr sz="4800"/>
            </a:lvl1pPr>
          </a:lstStyle>
          <a:p>
            <a:r>
              <a:t>Title Text</a:t>
            </a:r>
          </a:p>
        </p:txBody>
      </p:sp>
      <p:sp>
        <p:nvSpPr>
          <p:cNvPr id="28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_TITLE_AND_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36;p9"/>
          <p:cNvSpPr/>
          <p:nvPr/>
        </p:nvSpPr>
        <p:spPr>
          <a:xfrm>
            <a:off x="4572000" y="-126"/>
            <a:ext cx="4572000" cy="5143503"/>
          </a:xfrm>
          <a:prstGeom prst="rect">
            <a:avLst/>
          </a:prstGeom>
          <a:solidFill>
            <a:srgbClr val="EEEEEE"/>
          </a:solidFill>
          <a:ln w="12700">
            <a:miter lim="400000"/>
          </a:ln>
        </p:spPr>
        <p:txBody>
          <a:bodyPr lIns="0" tIns="0" rIns="0" bIns="0" anchor="ctr"/>
          <a:lstStyle/>
          <a:p/>
        </p:txBody>
      </p:sp>
      <p:sp>
        <p:nvSpPr>
          <p:cNvPr id="289" name="Title Text"/>
          <p:cNvSpPr txBox="1"/>
          <p:nvPr>
            <p:ph type="title" hasCustomPrompt="1"/>
          </p:nvPr>
        </p:nvSpPr>
        <p:spPr>
          <a:xfrm>
            <a:off x="265500" y="1233175"/>
            <a:ext cx="4045200" cy="1482302"/>
          </a:xfrm>
          <a:prstGeom prst="rect">
            <a:avLst/>
          </a:prstGeom>
        </p:spPr>
        <p:txBody>
          <a:bodyPr anchor="b"/>
          <a:lstStyle>
            <a:lvl1pPr algn="ctr">
              <a:defRPr sz="4200"/>
            </a:lvl1pPr>
          </a:lstStyle>
          <a:p>
            <a:r>
              <a:t>Title Text</a:t>
            </a:r>
          </a:p>
        </p:txBody>
      </p:sp>
      <p:sp>
        <p:nvSpPr>
          <p:cNvPr id="290" name="Body Level One…"/>
          <p:cNvSpPr txBox="1"/>
          <p:nvPr>
            <p:ph type="body" sz="quarter" idx="1" hasCustomPrompt="1"/>
          </p:nvPr>
        </p:nvSpPr>
        <p:spPr>
          <a:xfrm>
            <a:off x="265500" y="2803075"/>
            <a:ext cx="4045200" cy="1235101"/>
          </a:xfrm>
          <a:prstGeom prst="rect">
            <a:avLst/>
          </a:prstGeom>
        </p:spPr>
        <p:txBody>
          <a:bodyPr/>
          <a:lstStyle>
            <a:lvl1pPr marL="228600" indent="-114300" algn="ctr">
              <a:lnSpc>
                <a:spcPct val="100000"/>
              </a:lnSpc>
              <a:buClrTx/>
              <a:buSzTx/>
              <a:buFontTx/>
              <a:buNone/>
              <a:defRPr sz="2100"/>
            </a:lvl1pPr>
            <a:lvl2pPr marL="228600" indent="114300" algn="ctr">
              <a:lnSpc>
                <a:spcPct val="100000"/>
              </a:lnSpc>
              <a:buClrTx/>
              <a:buSzTx/>
              <a:buFontTx/>
              <a:buNone/>
              <a:defRPr sz="2100"/>
            </a:lvl2pPr>
            <a:lvl3pPr marL="228600" indent="114300" algn="ctr">
              <a:lnSpc>
                <a:spcPct val="100000"/>
              </a:lnSpc>
              <a:buClrTx/>
              <a:buSzTx/>
              <a:buFontTx/>
              <a:buNone/>
              <a:defRPr sz="2100"/>
            </a:lvl3pPr>
            <a:lvl4pPr marL="228600" indent="114300" algn="ctr">
              <a:lnSpc>
                <a:spcPct val="100000"/>
              </a:lnSpc>
              <a:buClrTx/>
              <a:buSzTx/>
              <a:buFontTx/>
              <a:buNone/>
              <a:defRPr sz="2100"/>
            </a:lvl4pPr>
            <a:lvl5pPr marL="228600" indent="114300" algn="ctr">
              <a:lnSpc>
                <a:spcPct val="100000"/>
              </a:lnSpc>
              <a:buClrTx/>
              <a:buSzTx/>
              <a:buFontTx/>
              <a:buNone/>
              <a:defRPr sz="2100"/>
            </a:lvl5pPr>
          </a:lstStyle>
          <a:p>
            <a:r>
              <a:t>Body Level One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291" name="Google Shape;39;p9"/>
          <p:cNvSpPr txBox="1"/>
          <p:nvPr>
            <p:ph type="body" sz="half" idx="21"/>
          </p:nvPr>
        </p:nvSpPr>
        <p:spPr>
          <a:xfrm>
            <a:off x="4939500" y="724074"/>
            <a:ext cx="3837000" cy="3695103"/>
          </a:xfrm>
          <a:prstGeom prst="rect">
            <a:avLst/>
          </a:prstGeom>
        </p:spPr>
        <p:txBody>
          <a:bodyPr anchor="ctr"/>
          <a:lstStyle/>
          <a:p/>
        </p:txBody>
      </p:sp>
      <p:sp>
        <p:nvSpPr>
          <p:cNvPr id="29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APTION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Body Level One…"/>
          <p:cNvSpPr txBox="1"/>
          <p:nvPr>
            <p:ph type="body" sz="quarter" idx="1" hasCustomPrompt="1"/>
          </p:nvPr>
        </p:nvSpPr>
        <p:spPr>
          <a:xfrm>
            <a:off x="311698" y="4230575"/>
            <a:ext cx="5998804" cy="605102"/>
          </a:xfrm>
          <a:prstGeom prst="rect">
            <a:avLst/>
          </a:prstGeom>
        </p:spPr>
        <p:txBody>
          <a:bodyPr anchor="ctr"/>
          <a:lstStyle>
            <a:lvl1pPr marL="0" indent="228600">
              <a:lnSpc>
                <a:spcPct val="100000"/>
              </a:lnSpc>
              <a:buClrTx/>
              <a:buSzTx/>
              <a:buFontTx/>
              <a:buNone/>
            </a:lvl1pPr>
            <a:lvl2pPr>
              <a:lnSpc>
                <a:spcPct val="100000"/>
              </a:lnSpc>
              <a:buClrTx/>
              <a:buFontTx/>
            </a:lvl2pPr>
            <a:lvl3pPr>
              <a:lnSpc>
                <a:spcPct val="100000"/>
              </a:lnSpc>
              <a:buClrTx/>
              <a:buFontTx/>
            </a:lvl3pPr>
            <a:lvl4pPr>
              <a:lnSpc>
                <a:spcPct val="100000"/>
              </a:lnSpc>
              <a:buClrTx/>
              <a:buFontTx/>
            </a:lvl4pPr>
            <a:lvl5pPr>
              <a:lnSpc>
                <a:spcPct val="100000"/>
              </a:lnSpc>
              <a:buClrTx/>
              <a:buFontTx/>
            </a:lvl5pPr>
          </a:lstStyle>
          <a:p>
            <a:r>
              <a:t>Body Level One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30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IG_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xx%"/>
          <p:cNvSpPr txBox="1"/>
          <p:nvPr>
            <p:ph type="title" hasCustomPrompt="1"/>
          </p:nvPr>
        </p:nvSpPr>
        <p:spPr>
          <a:xfrm>
            <a:off x="311698" y="1106125"/>
            <a:ext cx="8520603" cy="1963500"/>
          </a:xfrm>
          <a:prstGeom prst="rect">
            <a:avLst/>
          </a:prstGeom>
        </p:spPr>
        <p:txBody>
          <a:bodyPr anchor="b"/>
          <a:lstStyle>
            <a:lvl1pPr algn="ctr">
              <a:defRPr sz="12000"/>
            </a:lvl1pPr>
          </a:lstStyle>
          <a:p>
            <a:r>
              <a:t>xx%</a:t>
            </a:r>
          </a:p>
        </p:txBody>
      </p:sp>
      <p:sp>
        <p:nvSpPr>
          <p:cNvPr id="308" name="Body Level One…"/>
          <p:cNvSpPr txBox="1"/>
          <p:nvPr>
            <p:ph type="body" sz="half" idx="1" hasCustomPrompt="1"/>
          </p:nvPr>
        </p:nvSpPr>
        <p:spPr>
          <a:xfrm>
            <a:off x="311698" y="3152225"/>
            <a:ext cx="8520603" cy="1300800"/>
          </a:xfrm>
          <a:prstGeom prst="rect">
            <a:avLst/>
          </a:prstGeom>
        </p:spPr>
        <p:txBody>
          <a:bodyPr/>
          <a:lstStyle>
            <a:lvl1pPr algn="ctr"/>
            <a:lvl2pPr algn="ctr"/>
            <a:lvl3pPr algn="ctr"/>
            <a:lvl4pPr algn="ctr"/>
            <a:lvl5pPr algn="ctr"/>
          </a:lstStyle>
          <a:p>
            <a:r>
              <a:t>Body Level One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30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"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58;p14"/>
          <p:cNvSpPr/>
          <p:nvPr/>
        </p:nvSpPr>
        <p:spPr>
          <a:xfrm>
            <a:off x="-20437" y="1710258"/>
            <a:ext cx="9265802" cy="2201700"/>
          </a:xfrm>
          <a:prstGeom prst="rect">
            <a:avLst/>
          </a:prstGeom>
          <a:solidFill>
            <a:srgbClr val="E7E6E6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</a:p>
        </p:txBody>
      </p:sp>
      <p:sp>
        <p:nvSpPr>
          <p:cNvPr id="324" name="Title Text"/>
          <p:cNvSpPr txBox="1"/>
          <p:nvPr>
            <p:ph type="title" hasCustomPrompt="1"/>
          </p:nvPr>
        </p:nvSpPr>
        <p:spPr>
          <a:xfrm>
            <a:off x="4316803" y="1797455"/>
            <a:ext cx="4704902" cy="1014302"/>
          </a:xfrm>
          <a:prstGeom prst="rect">
            <a:avLst/>
          </a:prstGeom>
        </p:spPr>
        <p:txBody>
          <a:bodyPr lIns="0" tIns="0" rIns="0" bIns="0"/>
          <a:lstStyle>
            <a:lvl1pPr>
              <a:defRPr sz="4800" b="1">
                <a:solidFill>
                  <a:srgbClr val="5E90E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r>
              <a:t>Title Text</a:t>
            </a:r>
          </a:p>
        </p:txBody>
      </p:sp>
      <p:sp>
        <p:nvSpPr>
          <p:cNvPr id="325" name="Body Level One…"/>
          <p:cNvSpPr txBox="1"/>
          <p:nvPr>
            <p:ph type="body" sz="quarter" idx="1" hasCustomPrompt="1"/>
          </p:nvPr>
        </p:nvSpPr>
        <p:spPr>
          <a:xfrm>
            <a:off x="4391025" y="2537460"/>
            <a:ext cx="4556701" cy="1285802"/>
          </a:xfrm>
          <a:prstGeom prst="rect">
            <a:avLst/>
          </a:prstGeom>
        </p:spPr>
        <p:txBody>
          <a:bodyPr lIns="0" tIns="0" rIns="0" bIns="0"/>
          <a:lstStyle>
            <a:lvl1pPr marL="0" indent="228600">
              <a:lnSpc>
                <a:spcPct val="100000"/>
              </a:lnSpc>
              <a:spcBef>
                <a:spcPts val="1200"/>
              </a:spcBef>
              <a:buClrTx/>
              <a:buSzTx/>
              <a:buFontTx/>
              <a:buNone/>
              <a:defRPr sz="23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0" indent="228600">
              <a:lnSpc>
                <a:spcPct val="100000"/>
              </a:lnSpc>
              <a:spcBef>
                <a:spcPts val="1200"/>
              </a:spcBef>
              <a:buClrTx/>
              <a:buSzTx/>
              <a:buFontTx/>
              <a:buNone/>
              <a:defRPr sz="23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0" indent="228600">
              <a:lnSpc>
                <a:spcPct val="100000"/>
              </a:lnSpc>
              <a:spcBef>
                <a:spcPts val="1200"/>
              </a:spcBef>
              <a:buClrTx/>
              <a:buSzTx/>
              <a:buFontTx/>
              <a:buNone/>
              <a:defRPr sz="23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0" indent="228600">
              <a:lnSpc>
                <a:spcPct val="100000"/>
              </a:lnSpc>
              <a:spcBef>
                <a:spcPts val="1200"/>
              </a:spcBef>
              <a:buClrTx/>
              <a:buSzTx/>
              <a:buFontTx/>
              <a:buNone/>
              <a:defRPr sz="23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0" indent="228600">
              <a:lnSpc>
                <a:spcPct val="100000"/>
              </a:lnSpc>
              <a:spcBef>
                <a:spcPts val="1200"/>
              </a:spcBef>
              <a:buClrTx/>
              <a:buSzTx/>
              <a:buFontTx/>
              <a:buNone/>
              <a:defRPr sz="23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</a:lstStyle>
          <a:p>
            <a:r>
              <a:t>Body Level One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pic>
        <p:nvPicPr>
          <p:cNvPr id="326" name="Google Shape;61;p14" descr="Google Shape;61;p14"/>
          <p:cNvPicPr>
            <a:picLocks noChangeAspect="1"/>
          </p:cNvPicPr>
          <p:nvPr/>
        </p:nvPicPr>
        <p:blipFill>
          <a:blip r:embed="rId3"/>
          <a:srcRect l="4387" t="12167" r="4396" b="12167"/>
          <a:stretch>
            <a:fillRect/>
          </a:stretch>
        </p:blipFill>
        <p:spPr>
          <a:xfrm>
            <a:off x="367418" y="1955562"/>
            <a:ext cx="3002391" cy="115526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327" name="Google Shape;62;p14"/>
          <p:cNvSpPr txBox="1"/>
          <p:nvPr>
            <p:ph type="body" sz="quarter" idx="21"/>
          </p:nvPr>
        </p:nvSpPr>
        <p:spPr>
          <a:xfrm>
            <a:off x="2614611" y="4751508"/>
            <a:ext cx="4353003" cy="172802"/>
          </a:xfrm>
          <a:prstGeom prst="rect">
            <a:avLst/>
          </a:prstGeom>
        </p:spPr>
        <p:txBody>
          <a:bodyPr lIns="50800" tIns="50800" rIns="50800" bIns="50800" anchor="b"/>
          <a:lstStyle/>
          <a:p>
            <a:pPr marL="182880" indent="-137160" defTabSz="365760">
              <a:buSzPts val="700"/>
              <a:defRPr sz="720"/>
            </a:pPr>
          </a:p>
        </p:txBody>
      </p:sp>
      <p:pic>
        <p:nvPicPr>
          <p:cNvPr id="328" name="Google Shape;63;p14" descr="Google Shape;63;p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31173" y="3396979"/>
            <a:ext cx="1429406" cy="31547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329" name="Google Shape;64;p14" descr="Google Shape;64;p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4088" y="3439292"/>
            <a:ext cx="982217" cy="230846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330" name="Slide Number"/>
          <p:cNvSpPr txBox="1"/>
          <p:nvPr>
            <p:ph type="sldNum" sz="quarter" idx="2"/>
          </p:nvPr>
        </p:nvSpPr>
        <p:spPr>
          <a:xfrm>
            <a:off x="8490412" y="4783454"/>
            <a:ext cx="196292" cy="185878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>
            <a:lvl1pPr>
              <a:defRPr sz="1300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54;p13"/>
          <p:cNvSpPr/>
          <p:nvPr/>
        </p:nvSpPr>
        <p:spPr>
          <a:xfrm>
            <a:off x="8257030" y="4727447"/>
            <a:ext cx="788702" cy="315602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0" tIns="0" rIns="0" bIns="0" anchor="ctr"/>
          <a:lstStyle/>
          <a:p>
            <a:pPr>
              <a:defRPr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</a:p>
        </p:txBody>
      </p:sp>
      <p:pic>
        <p:nvPicPr>
          <p:cNvPr id="338" name="Google Shape;55;p13" descr="Google Shape;55;p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2508" y="4727447"/>
            <a:ext cx="1429406" cy="31547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339" name="Google Shape;56;p13" descr="Google Shape;56;p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983" y="4769758"/>
            <a:ext cx="982217" cy="23084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340" name="Title Text"/>
          <p:cNvSpPr txBox="1"/>
          <p:nvPr>
            <p:ph type="title" hasCustomPrompt="1"/>
          </p:nvPr>
        </p:nvSpPr>
        <p:spPr>
          <a:xfrm>
            <a:off x="505420" y="86321"/>
            <a:ext cx="8043302" cy="480001"/>
          </a:xfrm>
          <a:prstGeom prst="rect">
            <a:avLst/>
          </a:prstGeom>
        </p:spPr>
        <p:txBody>
          <a:bodyPr lIns="0" tIns="0" rIns="0" bIns="0"/>
          <a:lstStyle>
            <a:lvl1pPr>
              <a:defRPr sz="4800" b="1">
                <a:solidFill>
                  <a:srgbClr val="5E90E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r>
              <a:t>Title Text</a:t>
            </a:r>
          </a:p>
        </p:txBody>
      </p:sp>
      <p:sp>
        <p:nvSpPr>
          <p:cNvPr id="341" name="Body Level One…"/>
          <p:cNvSpPr txBox="1"/>
          <p:nvPr>
            <p:ph type="body" idx="1" hasCustomPrompt="1"/>
          </p:nvPr>
        </p:nvSpPr>
        <p:spPr>
          <a:xfrm>
            <a:off x="486372" y="1076599"/>
            <a:ext cx="8304301" cy="3792602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00000"/>
              </a:lnSpc>
              <a:spcBef>
                <a:spcPts val="1200"/>
              </a:spcBef>
              <a:buClr>
                <a:srgbClr val="000000"/>
              </a:buClr>
              <a:buFont typeface="Helvetica"/>
              <a:buChar char="‣"/>
              <a:defRPr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914400" indent="-314325">
              <a:lnSpc>
                <a:spcPct val="100000"/>
              </a:lnSpc>
              <a:spcBef>
                <a:spcPts val="1200"/>
              </a:spcBef>
              <a:buClr>
                <a:srgbClr val="000000"/>
              </a:buClr>
              <a:buFont typeface="Helvetica"/>
              <a:buChar char="•"/>
              <a:defRPr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1371600" indent="-314325">
              <a:lnSpc>
                <a:spcPct val="100000"/>
              </a:lnSpc>
              <a:spcBef>
                <a:spcPts val="1200"/>
              </a:spcBef>
              <a:buClr>
                <a:srgbClr val="000000"/>
              </a:buClr>
              <a:buFont typeface="Helvetica"/>
              <a:buChar char="-"/>
              <a:defRPr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1828800" indent="-314325">
              <a:lnSpc>
                <a:spcPct val="100000"/>
              </a:lnSpc>
              <a:spcBef>
                <a:spcPts val="1200"/>
              </a:spcBef>
              <a:buClr>
                <a:srgbClr val="000000"/>
              </a:buClr>
              <a:buFont typeface="Helvetica"/>
              <a:buChar char="-"/>
              <a:defRPr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2286000" indent="-314325">
              <a:lnSpc>
                <a:spcPct val="100000"/>
              </a:lnSpc>
              <a:spcBef>
                <a:spcPts val="1200"/>
              </a:spcBef>
              <a:buClr>
                <a:srgbClr val="000000"/>
              </a:buClr>
              <a:buFont typeface="Helvetica"/>
              <a:buChar char="-"/>
              <a:defRPr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defRPr>
            </a:lvl5pPr>
          </a:lstStyle>
          <a:p>
            <a:r>
              <a:t>Body Level One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342" name="Google Shape;70;p15"/>
          <p:cNvSpPr txBox="1"/>
          <p:nvPr>
            <p:ph type="body" sz="quarter" idx="21"/>
          </p:nvPr>
        </p:nvSpPr>
        <p:spPr>
          <a:xfrm>
            <a:off x="538945" y="615591"/>
            <a:ext cx="6713700" cy="252002"/>
          </a:xfrm>
          <a:prstGeom prst="rect">
            <a:avLst/>
          </a:prstGeom>
        </p:spPr>
        <p:txBody>
          <a:bodyPr lIns="50800" tIns="50800" rIns="50800" bIns="50800"/>
          <a:lstStyle/>
          <a:p>
            <a:pPr marL="292735" indent="-219710" defTabSz="585470">
              <a:buSzPts val="1100"/>
              <a:defRPr sz="1150"/>
            </a:pPr>
          </a:p>
        </p:txBody>
      </p:sp>
      <p:sp>
        <p:nvSpPr>
          <p:cNvPr id="343" name="Slide Number"/>
          <p:cNvSpPr txBox="1"/>
          <p:nvPr>
            <p:ph type="sldNum" sz="quarter" idx="2"/>
          </p:nvPr>
        </p:nvSpPr>
        <p:spPr>
          <a:xfrm>
            <a:off x="4539764" y="4781550"/>
            <a:ext cx="269987" cy="265621"/>
          </a:xfrm>
          <a:prstGeom prst="rect">
            <a:avLst/>
          </a:prstGeom>
        </p:spPr>
        <p:txBody>
          <a:bodyPr lIns="64275" tIns="64275" rIns="64275" bIns="64275" anchor="t">
            <a:spAutoFit/>
          </a:bodyPr>
          <a:lstStyle>
            <a:lvl1pPr>
              <a:defRPr>
                <a:solidFill>
                  <a:srgbClr val="A7A7A7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72;p16"/>
          <p:cNvSpPr/>
          <p:nvPr/>
        </p:nvSpPr>
        <p:spPr>
          <a:xfrm>
            <a:off x="4561087" y="0"/>
            <a:ext cx="4581903" cy="5143500"/>
          </a:xfrm>
          <a:prstGeom prst="rect">
            <a:avLst/>
          </a:prstGeom>
          <a:solidFill>
            <a:srgbClr val="E7E6E6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</a:p>
        </p:txBody>
      </p:sp>
      <p:sp>
        <p:nvSpPr>
          <p:cNvPr id="351" name="Title Text"/>
          <p:cNvSpPr txBox="1"/>
          <p:nvPr>
            <p:ph type="title" hasCustomPrompt="1"/>
          </p:nvPr>
        </p:nvSpPr>
        <p:spPr>
          <a:xfrm>
            <a:off x="367900" y="2136967"/>
            <a:ext cx="3987002" cy="869702"/>
          </a:xfrm>
          <a:prstGeom prst="rect">
            <a:avLst/>
          </a:prstGeom>
        </p:spPr>
        <p:txBody>
          <a:bodyPr lIns="0" tIns="0" rIns="0" bIns="0"/>
          <a:lstStyle>
            <a:lvl1pPr>
              <a:defRPr sz="4800" b="1">
                <a:solidFill>
                  <a:srgbClr val="5E90E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r>
              <a:t>Title Text</a:t>
            </a:r>
          </a:p>
        </p:txBody>
      </p:sp>
      <p:sp>
        <p:nvSpPr>
          <p:cNvPr id="352" name="Google Shape;74;p16"/>
          <p:cNvSpPr txBox="1"/>
          <p:nvPr/>
        </p:nvSpPr>
        <p:spPr>
          <a:xfrm>
            <a:off x="5416108" y="3428515"/>
            <a:ext cx="3115802" cy="44314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 marR="3810" indent="5080" algn="ctr">
              <a:lnSpc>
                <a:spcPct val="115000"/>
              </a:lnSpc>
              <a:defRPr sz="15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t>The first all-in-one open source  software for autonomous driving</a:t>
            </a:r>
          </a:p>
        </p:txBody>
      </p:sp>
      <p:pic>
        <p:nvPicPr>
          <p:cNvPr id="353" name="Google Shape;75;p16" descr="Google Shape;75;p16"/>
          <p:cNvPicPr>
            <a:picLocks noChangeAspect="1"/>
          </p:cNvPicPr>
          <p:nvPr/>
        </p:nvPicPr>
        <p:blipFill>
          <a:blip r:embed="rId2"/>
          <a:srcRect l="4387" t="12167" r="4396" b="12167"/>
          <a:stretch>
            <a:fillRect/>
          </a:stretch>
        </p:blipFill>
        <p:spPr>
          <a:xfrm>
            <a:off x="5350809" y="1460262"/>
            <a:ext cx="3002385" cy="115526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354" name="Body Level One…"/>
          <p:cNvSpPr txBox="1"/>
          <p:nvPr>
            <p:ph type="body" sz="quarter" idx="1" hasCustomPrompt="1"/>
          </p:nvPr>
        </p:nvSpPr>
        <p:spPr>
          <a:xfrm>
            <a:off x="443695" y="3063517"/>
            <a:ext cx="4023001" cy="252002"/>
          </a:xfrm>
          <a:prstGeom prst="rect">
            <a:avLst/>
          </a:prstGeom>
        </p:spPr>
        <p:txBody>
          <a:bodyPr lIns="50800" tIns="50800" rIns="50800" bIns="50800"/>
          <a:lstStyle>
            <a:lvl1pPr marL="0" indent="228600">
              <a:lnSpc>
                <a:spcPct val="100000"/>
              </a:lnSpc>
              <a:buClrTx/>
              <a:buSzTx/>
              <a:buFontTx/>
              <a:buNone/>
              <a:defRPr sz="1300" b="1">
                <a:solidFill>
                  <a:srgbClr val="A9A9A9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826770" indent="-226695">
              <a:lnSpc>
                <a:spcPct val="100000"/>
              </a:lnSpc>
              <a:buClrTx/>
              <a:buSzPts val="1300"/>
              <a:buFontTx/>
              <a:buChar char="•"/>
              <a:defRPr sz="1300" b="1">
                <a:solidFill>
                  <a:srgbClr val="A9A9A9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283970" indent="-226695">
              <a:lnSpc>
                <a:spcPct val="100000"/>
              </a:lnSpc>
              <a:buClrTx/>
              <a:buSzPts val="1300"/>
              <a:buFontTx/>
              <a:buChar char="-"/>
              <a:defRPr sz="1300" b="1">
                <a:solidFill>
                  <a:srgbClr val="A9A9A9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741170" indent="-226695">
              <a:lnSpc>
                <a:spcPct val="100000"/>
              </a:lnSpc>
              <a:buClrTx/>
              <a:buSzPts val="1300"/>
              <a:buFontTx/>
              <a:buChar char="-"/>
              <a:defRPr sz="1300" b="1">
                <a:solidFill>
                  <a:srgbClr val="A9A9A9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198370" indent="-226695">
              <a:lnSpc>
                <a:spcPct val="100000"/>
              </a:lnSpc>
              <a:buClrTx/>
              <a:buSzPts val="1300"/>
              <a:buFontTx/>
              <a:buChar char="-"/>
              <a:defRPr sz="1300" b="1">
                <a:solidFill>
                  <a:srgbClr val="A9A9A9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</a:lstStyle>
          <a:p>
            <a:r>
              <a:t>Body Level One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355" name="Slide Number"/>
          <p:cNvSpPr txBox="1"/>
          <p:nvPr>
            <p:ph type="sldNum" sz="quarter" idx="2"/>
          </p:nvPr>
        </p:nvSpPr>
        <p:spPr>
          <a:xfrm>
            <a:off x="4473346" y="4782787"/>
            <a:ext cx="196293" cy="185878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>
            <a:lvl1pPr>
              <a:defRPr sz="1300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54;p13"/>
          <p:cNvSpPr/>
          <p:nvPr/>
        </p:nvSpPr>
        <p:spPr>
          <a:xfrm>
            <a:off x="8257030" y="4727447"/>
            <a:ext cx="788702" cy="315602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0" tIns="0" rIns="0" bIns="0" anchor="ctr"/>
          <a:lstStyle/>
          <a:p>
            <a:pPr>
              <a:defRPr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</a:p>
        </p:txBody>
      </p:sp>
      <p:pic>
        <p:nvPicPr>
          <p:cNvPr id="363" name="Google Shape;55;p13" descr="Google Shape;55;p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2508" y="4727447"/>
            <a:ext cx="1429406" cy="31547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364" name="Google Shape;56;p13" descr="Google Shape;56;p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983" y="4769758"/>
            <a:ext cx="982217" cy="23084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365" name="Title Text"/>
          <p:cNvSpPr txBox="1"/>
          <p:nvPr>
            <p:ph type="title" hasCustomPrompt="1"/>
          </p:nvPr>
        </p:nvSpPr>
        <p:spPr>
          <a:xfrm>
            <a:off x="581622" y="86321"/>
            <a:ext cx="6590101" cy="783000"/>
          </a:xfrm>
          <a:prstGeom prst="rect">
            <a:avLst/>
          </a:prstGeom>
        </p:spPr>
        <p:txBody>
          <a:bodyPr lIns="0" tIns="0" rIns="0" bIns="0"/>
          <a:lstStyle>
            <a:lvl1pPr>
              <a:defRPr sz="4800" b="1">
                <a:solidFill>
                  <a:srgbClr val="5E90E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r>
              <a:t>Title Text</a:t>
            </a:r>
          </a:p>
        </p:txBody>
      </p:sp>
      <p:sp>
        <p:nvSpPr>
          <p:cNvPr id="366" name="Body Level One…"/>
          <p:cNvSpPr txBox="1"/>
          <p:nvPr>
            <p:ph type="body" idx="1" hasCustomPrompt="1"/>
          </p:nvPr>
        </p:nvSpPr>
        <p:spPr>
          <a:xfrm>
            <a:off x="486372" y="918208"/>
            <a:ext cx="8304301" cy="3951002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00000"/>
              </a:lnSpc>
              <a:spcBef>
                <a:spcPts val="1200"/>
              </a:spcBef>
              <a:buClr>
                <a:srgbClr val="000000"/>
              </a:buClr>
              <a:buFont typeface="Helvetica"/>
              <a:buChar char="‣"/>
              <a:defRPr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914400" indent="-314325">
              <a:lnSpc>
                <a:spcPct val="100000"/>
              </a:lnSpc>
              <a:spcBef>
                <a:spcPts val="1200"/>
              </a:spcBef>
              <a:buClr>
                <a:srgbClr val="000000"/>
              </a:buClr>
              <a:buFont typeface="Helvetica"/>
              <a:buChar char="•"/>
              <a:defRPr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1371600" indent="-314325">
              <a:lnSpc>
                <a:spcPct val="100000"/>
              </a:lnSpc>
              <a:spcBef>
                <a:spcPts val="1200"/>
              </a:spcBef>
              <a:buClr>
                <a:srgbClr val="000000"/>
              </a:buClr>
              <a:buFont typeface="Helvetica"/>
              <a:buChar char="-"/>
              <a:defRPr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1828800" indent="-314325">
              <a:lnSpc>
                <a:spcPct val="100000"/>
              </a:lnSpc>
              <a:spcBef>
                <a:spcPts val="1200"/>
              </a:spcBef>
              <a:buClr>
                <a:srgbClr val="000000"/>
              </a:buClr>
              <a:buFont typeface="Helvetica"/>
              <a:buChar char="-"/>
              <a:defRPr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2286000" indent="-314325">
              <a:lnSpc>
                <a:spcPct val="100000"/>
              </a:lnSpc>
              <a:spcBef>
                <a:spcPts val="1200"/>
              </a:spcBef>
              <a:buClr>
                <a:srgbClr val="000000"/>
              </a:buClr>
              <a:buFont typeface="Helvetica"/>
              <a:buChar char="-"/>
              <a:defRPr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defRPr>
            </a:lvl5pPr>
          </a:lstStyle>
          <a:p>
            <a:r>
              <a:t>Body Level One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367" name="Slide Number"/>
          <p:cNvSpPr txBox="1"/>
          <p:nvPr>
            <p:ph type="sldNum" sz="quarter" idx="2"/>
          </p:nvPr>
        </p:nvSpPr>
        <p:spPr>
          <a:xfrm>
            <a:off x="4539764" y="4781550"/>
            <a:ext cx="269987" cy="265621"/>
          </a:xfrm>
          <a:prstGeom prst="rect">
            <a:avLst/>
          </a:prstGeom>
        </p:spPr>
        <p:txBody>
          <a:bodyPr lIns="64275" tIns="64275" rIns="64275" bIns="64275" anchor="t">
            <a:spAutoFit/>
          </a:bodyPr>
          <a:lstStyle>
            <a:lvl1pPr>
              <a:defRPr>
                <a:solidFill>
                  <a:srgbClr val="A7A7A7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54;p13"/>
          <p:cNvSpPr/>
          <p:nvPr/>
        </p:nvSpPr>
        <p:spPr>
          <a:xfrm>
            <a:off x="8257030" y="4727447"/>
            <a:ext cx="788702" cy="315602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0" tIns="0" rIns="0" bIns="0" anchor="ctr"/>
          <a:lstStyle/>
          <a:p>
            <a:pPr>
              <a:defRPr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</a:p>
        </p:txBody>
      </p:sp>
      <p:pic>
        <p:nvPicPr>
          <p:cNvPr id="375" name="Google Shape;55;p13" descr="Google Shape;55;p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2508" y="4727447"/>
            <a:ext cx="1429406" cy="31547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376" name="Google Shape;56;p13" descr="Google Shape;56;p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983" y="4769758"/>
            <a:ext cx="982217" cy="23084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377" name="Title Text"/>
          <p:cNvSpPr txBox="1"/>
          <p:nvPr>
            <p:ph type="title" hasCustomPrompt="1"/>
          </p:nvPr>
        </p:nvSpPr>
        <p:spPr>
          <a:xfrm>
            <a:off x="158351" y="-17907"/>
            <a:ext cx="6002700" cy="476400"/>
          </a:xfrm>
          <a:prstGeom prst="rect">
            <a:avLst/>
          </a:prstGeom>
        </p:spPr>
        <p:txBody>
          <a:bodyPr lIns="0" tIns="0" rIns="0" bIns="0"/>
          <a:lstStyle>
            <a:lvl1pPr>
              <a:defRPr sz="4800" b="1">
                <a:solidFill>
                  <a:srgbClr val="5E90E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r>
              <a:t>Title Text</a:t>
            </a:r>
          </a:p>
        </p:txBody>
      </p:sp>
      <p:sp>
        <p:nvSpPr>
          <p:cNvPr id="378" name="Slide Number"/>
          <p:cNvSpPr txBox="1"/>
          <p:nvPr>
            <p:ph type="sldNum" sz="quarter" idx="2"/>
          </p:nvPr>
        </p:nvSpPr>
        <p:spPr>
          <a:xfrm>
            <a:off x="4515700" y="4782787"/>
            <a:ext cx="153925" cy="148845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>
            <a:lvl1pPr>
              <a:defRPr>
                <a:solidFill>
                  <a:srgbClr val="A7A7A7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54;p13"/>
          <p:cNvSpPr/>
          <p:nvPr/>
        </p:nvSpPr>
        <p:spPr>
          <a:xfrm>
            <a:off x="8257030" y="4727447"/>
            <a:ext cx="788702" cy="315602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0" tIns="0" rIns="0" bIns="0" anchor="ctr"/>
          <a:lstStyle/>
          <a:p>
            <a:pPr>
              <a:defRPr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</a:p>
        </p:txBody>
      </p:sp>
      <p:pic>
        <p:nvPicPr>
          <p:cNvPr id="386" name="Google Shape;55;p13" descr="Google Shape;55;p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2508" y="4727447"/>
            <a:ext cx="1429406" cy="31547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387" name="Google Shape;56;p13" descr="Google Shape;56;p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983" y="4769758"/>
            <a:ext cx="982217" cy="23084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388" name="Title Text"/>
          <p:cNvSpPr txBox="1"/>
          <p:nvPr>
            <p:ph type="title" hasCustomPrompt="1"/>
          </p:nvPr>
        </p:nvSpPr>
        <p:spPr>
          <a:xfrm>
            <a:off x="158351" y="-17907"/>
            <a:ext cx="6002700" cy="476400"/>
          </a:xfrm>
          <a:prstGeom prst="rect">
            <a:avLst/>
          </a:prstGeom>
        </p:spPr>
        <p:txBody>
          <a:bodyPr lIns="0" tIns="0" rIns="0" bIns="0"/>
          <a:lstStyle>
            <a:lvl1pPr>
              <a:defRPr sz="4800" b="1">
                <a:solidFill>
                  <a:srgbClr val="5E90E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r>
              <a:t>Title Text</a:t>
            </a:r>
          </a:p>
        </p:txBody>
      </p:sp>
      <p:sp>
        <p:nvSpPr>
          <p:cNvPr id="389" name="Body Level One…"/>
          <p:cNvSpPr txBox="1"/>
          <p:nvPr>
            <p:ph type="body" sz="quarter" idx="1" hasCustomPrompt="1"/>
          </p:nvPr>
        </p:nvSpPr>
        <p:spPr>
          <a:xfrm>
            <a:off x="663099" y="464058"/>
            <a:ext cx="5497803" cy="476402"/>
          </a:xfrm>
          <a:prstGeom prst="rect">
            <a:avLst/>
          </a:prstGeom>
        </p:spPr>
        <p:txBody>
          <a:bodyPr lIns="0" tIns="0" rIns="0" bIns="0"/>
          <a:lstStyle>
            <a:lvl1pPr marL="0" indent="228600">
              <a:lnSpc>
                <a:spcPct val="100000"/>
              </a:lnSpc>
              <a:buClrTx/>
              <a:buSzTx/>
              <a:buFontTx/>
              <a:buNone/>
              <a:defRPr sz="3000">
                <a:solidFill>
                  <a:srgbClr val="A7A7A7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1123950" indent="-523875">
              <a:lnSpc>
                <a:spcPct val="100000"/>
              </a:lnSpc>
              <a:buClrTx/>
              <a:buSzPts val="3000"/>
              <a:buFontTx/>
              <a:buChar char="•"/>
              <a:defRPr sz="3000">
                <a:solidFill>
                  <a:srgbClr val="A7A7A7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581150" indent="-523875">
              <a:lnSpc>
                <a:spcPct val="100000"/>
              </a:lnSpc>
              <a:buClrTx/>
              <a:buSzPts val="3000"/>
              <a:buFontTx/>
              <a:buChar char="-"/>
              <a:defRPr sz="3000">
                <a:solidFill>
                  <a:srgbClr val="A7A7A7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2038350" indent="-523875">
              <a:lnSpc>
                <a:spcPct val="100000"/>
              </a:lnSpc>
              <a:buClrTx/>
              <a:buSzPts val="3000"/>
              <a:buFontTx/>
              <a:buChar char="-"/>
              <a:defRPr sz="3000">
                <a:solidFill>
                  <a:srgbClr val="A7A7A7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495550" indent="-523875">
              <a:lnSpc>
                <a:spcPct val="100000"/>
              </a:lnSpc>
              <a:buClrTx/>
              <a:buSzPts val="3000"/>
              <a:buFontTx/>
              <a:buChar char="-"/>
              <a:defRPr sz="3000">
                <a:solidFill>
                  <a:srgbClr val="A7A7A7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</a:lstStyle>
          <a:p>
            <a:r>
              <a:t>Body Level One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390" name="Slide Number"/>
          <p:cNvSpPr txBox="1"/>
          <p:nvPr>
            <p:ph type="sldNum" sz="quarter" idx="2"/>
          </p:nvPr>
        </p:nvSpPr>
        <p:spPr>
          <a:xfrm>
            <a:off x="8490412" y="4783454"/>
            <a:ext cx="196292" cy="185878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>
            <a:lvl1pPr>
              <a:defRPr sz="1300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Bullets, &amp; Photo cop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54;p13"/>
          <p:cNvSpPr/>
          <p:nvPr/>
        </p:nvSpPr>
        <p:spPr>
          <a:xfrm>
            <a:off x="8257030" y="4727447"/>
            <a:ext cx="788702" cy="315602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0" tIns="0" rIns="0" bIns="0" anchor="ctr"/>
          <a:lstStyle/>
          <a:p>
            <a:pPr>
              <a:defRPr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</a:p>
        </p:txBody>
      </p:sp>
      <p:pic>
        <p:nvPicPr>
          <p:cNvPr id="398" name="Google Shape;55;p13" descr="Google Shape;55;p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2508" y="4727447"/>
            <a:ext cx="1429406" cy="31547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399" name="Google Shape;56;p13" descr="Google Shape;56;p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983" y="4769758"/>
            <a:ext cx="982217" cy="23084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400" name="Title Text"/>
          <p:cNvSpPr txBox="1"/>
          <p:nvPr>
            <p:ph type="title" hasCustomPrompt="1"/>
          </p:nvPr>
        </p:nvSpPr>
        <p:spPr>
          <a:xfrm>
            <a:off x="343494" y="191096"/>
            <a:ext cx="8457003" cy="468901"/>
          </a:xfrm>
          <a:prstGeom prst="rect">
            <a:avLst/>
          </a:prstGeom>
        </p:spPr>
        <p:txBody>
          <a:bodyPr lIns="0" tIns="0" rIns="0" bIns="0"/>
          <a:lstStyle>
            <a:lvl1pPr>
              <a:defRPr sz="4800" b="1">
                <a:solidFill>
                  <a:srgbClr val="5E90E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r>
              <a:t>Title Text</a:t>
            </a:r>
          </a:p>
        </p:txBody>
      </p:sp>
      <p:sp>
        <p:nvSpPr>
          <p:cNvPr id="401" name="Google Shape;92;p20"/>
          <p:cNvSpPr/>
          <p:nvPr>
            <p:ph type="pic" sz="half" idx="21"/>
          </p:nvPr>
        </p:nvSpPr>
        <p:spPr>
          <a:xfrm>
            <a:off x="4999863" y="554421"/>
            <a:ext cx="3578100" cy="4290301"/>
          </a:xfrm>
          <a:prstGeom prst="rect">
            <a:avLst/>
          </a:prstGeom>
          <a:ln w="9525">
            <a:solidFill>
              <a:srgbClr val="000000"/>
            </a:solidFill>
            <a:round/>
          </a:ln>
        </p:spPr>
        <p:txBody>
          <a:bodyPr lIns="91439" tIns="45719" rIns="91439" bIns="45719">
            <a:noAutofit/>
          </a:bodyPr>
          <a:lstStyle/>
          <a:p/>
        </p:txBody>
      </p:sp>
      <p:sp>
        <p:nvSpPr>
          <p:cNvPr id="402" name="Body Level One…"/>
          <p:cNvSpPr txBox="1"/>
          <p:nvPr>
            <p:ph type="body" sz="half" idx="1" hasCustomPrompt="1"/>
          </p:nvPr>
        </p:nvSpPr>
        <p:spPr>
          <a:xfrm>
            <a:off x="513587" y="707064"/>
            <a:ext cx="4015200" cy="4131601"/>
          </a:xfrm>
          <a:prstGeom prst="rect">
            <a:avLst/>
          </a:prstGeom>
        </p:spPr>
        <p:txBody>
          <a:bodyPr lIns="0" tIns="0" rIns="0" bIns="0"/>
          <a:lstStyle>
            <a:lvl1pPr indent="-375920">
              <a:lnSpc>
                <a:spcPct val="100000"/>
              </a:lnSpc>
              <a:spcBef>
                <a:spcPts val="1200"/>
              </a:spcBef>
              <a:buClr>
                <a:srgbClr val="000000"/>
              </a:buClr>
              <a:buSzPts val="2300"/>
              <a:buFont typeface="Helvetica"/>
              <a:buChar char="‣"/>
              <a:defRPr sz="2300">
                <a:solidFill>
                  <a:srgbClr val="53535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914400" indent="-339090">
              <a:lnSpc>
                <a:spcPct val="100000"/>
              </a:lnSpc>
              <a:spcBef>
                <a:spcPts val="1200"/>
              </a:spcBef>
              <a:buClr>
                <a:srgbClr val="000000"/>
              </a:buClr>
              <a:buSzPts val="2300"/>
              <a:buFont typeface="Helvetica"/>
              <a:buChar char="•"/>
              <a:defRPr sz="2300">
                <a:solidFill>
                  <a:srgbClr val="53535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1371600" indent="-339090">
              <a:lnSpc>
                <a:spcPct val="100000"/>
              </a:lnSpc>
              <a:spcBef>
                <a:spcPts val="1200"/>
              </a:spcBef>
              <a:buClr>
                <a:srgbClr val="000000"/>
              </a:buClr>
              <a:buSzPts val="2300"/>
              <a:buFont typeface="Helvetica"/>
              <a:buChar char="•"/>
              <a:defRPr sz="2300">
                <a:solidFill>
                  <a:srgbClr val="53535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1828800" indent="-339090">
              <a:lnSpc>
                <a:spcPct val="100000"/>
              </a:lnSpc>
              <a:spcBef>
                <a:spcPts val="1200"/>
              </a:spcBef>
              <a:buClr>
                <a:srgbClr val="000000"/>
              </a:buClr>
              <a:buSzPts val="2300"/>
              <a:buFont typeface="Helvetica"/>
              <a:buChar char="๏"/>
              <a:defRPr sz="2300">
                <a:solidFill>
                  <a:srgbClr val="53535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2286000" indent="-339090">
              <a:lnSpc>
                <a:spcPct val="100000"/>
              </a:lnSpc>
              <a:spcBef>
                <a:spcPts val="1200"/>
              </a:spcBef>
              <a:buClr>
                <a:srgbClr val="000000"/>
              </a:buClr>
              <a:buSzPts val="2300"/>
              <a:buFont typeface="Helvetica"/>
              <a:buChar char="๏"/>
              <a:defRPr sz="2300">
                <a:solidFill>
                  <a:srgbClr val="535353"/>
                </a:solidFill>
                <a:latin typeface="Nunito"/>
                <a:ea typeface="Nunito"/>
                <a:cs typeface="Nunito"/>
                <a:sym typeface="Nunito"/>
              </a:defRPr>
            </a:lvl5pPr>
          </a:lstStyle>
          <a:p>
            <a:r>
              <a:t>Body Level One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403" name="Slide Number"/>
          <p:cNvSpPr txBox="1"/>
          <p:nvPr>
            <p:ph type="sldNum" sz="quarter" idx="2"/>
          </p:nvPr>
        </p:nvSpPr>
        <p:spPr>
          <a:xfrm>
            <a:off x="4539764" y="4781550"/>
            <a:ext cx="269987" cy="265621"/>
          </a:xfrm>
          <a:prstGeom prst="rect">
            <a:avLst/>
          </a:prstGeom>
        </p:spPr>
        <p:txBody>
          <a:bodyPr lIns="64275" tIns="64275" rIns="64275" bIns="64275" anchor="t">
            <a:spAutoFit/>
          </a:bodyPr>
          <a:lstStyle>
            <a:lvl1pPr>
              <a:defRPr>
                <a:solidFill>
                  <a:srgbClr val="A7A7A7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54;p13"/>
          <p:cNvSpPr/>
          <p:nvPr/>
        </p:nvSpPr>
        <p:spPr>
          <a:xfrm>
            <a:off x="8257030" y="4727447"/>
            <a:ext cx="788702" cy="315602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0" tIns="0" rIns="0" bIns="0" anchor="ctr"/>
          <a:lstStyle/>
          <a:p>
            <a:pPr>
              <a:defRPr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</a:p>
        </p:txBody>
      </p:sp>
      <p:pic>
        <p:nvPicPr>
          <p:cNvPr id="411" name="Google Shape;55;p13" descr="Google Shape;55;p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2508" y="4727447"/>
            <a:ext cx="1429406" cy="31547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412" name="Google Shape;56;p13" descr="Google Shape;56;p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983" y="4769758"/>
            <a:ext cx="982217" cy="23084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413" name="Slide Number"/>
          <p:cNvSpPr txBox="1"/>
          <p:nvPr>
            <p:ph type="sldNum" sz="quarter" idx="2"/>
          </p:nvPr>
        </p:nvSpPr>
        <p:spPr>
          <a:xfrm>
            <a:off x="8490412" y="4783454"/>
            <a:ext cx="196292" cy="185878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>
            <a:lvl1pPr>
              <a:defRPr sz="1300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54;p13"/>
          <p:cNvSpPr/>
          <p:nvPr/>
        </p:nvSpPr>
        <p:spPr>
          <a:xfrm>
            <a:off x="8257030" y="4727447"/>
            <a:ext cx="788702" cy="315602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0" tIns="0" rIns="0" bIns="0" anchor="ctr"/>
          <a:lstStyle/>
          <a:p>
            <a:pPr>
              <a:defRPr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</a:p>
        </p:txBody>
      </p:sp>
      <p:pic>
        <p:nvPicPr>
          <p:cNvPr id="421" name="Google Shape;55;p13" descr="Google Shape;55;p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2508" y="4727447"/>
            <a:ext cx="1429406" cy="31547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422" name="Google Shape;56;p13" descr="Google Shape;56;p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983" y="4769758"/>
            <a:ext cx="982217" cy="23084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423" name="Title Text"/>
          <p:cNvSpPr txBox="1"/>
          <p:nvPr>
            <p:ph type="title" hasCustomPrompt="1"/>
          </p:nvPr>
        </p:nvSpPr>
        <p:spPr>
          <a:xfrm>
            <a:off x="1004150" y="1751764"/>
            <a:ext cx="7136701" cy="1022401"/>
          </a:xfrm>
          <a:prstGeom prst="rect">
            <a:avLst/>
          </a:prstGeom>
        </p:spPr>
        <p:txBody>
          <a:bodyPr anchor="b"/>
          <a:lstStyle>
            <a:lvl1pPr algn="ctr">
              <a:defRPr sz="5400" b="1">
                <a:solidFill>
                  <a:srgbClr val="5E90E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r>
              <a:t>Title Text</a:t>
            </a:r>
          </a:p>
        </p:txBody>
      </p:sp>
      <p:sp>
        <p:nvSpPr>
          <p:cNvPr id="424" name="Body Level One…"/>
          <p:cNvSpPr txBox="1"/>
          <p:nvPr>
            <p:ph type="body" sz="quarter" idx="1" hasCustomPrompt="1"/>
          </p:nvPr>
        </p:nvSpPr>
        <p:spPr>
          <a:xfrm>
            <a:off x="2137224" y="2850039"/>
            <a:ext cx="4870502" cy="792602"/>
          </a:xfrm>
          <a:prstGeom prst="rect">
            <a:avLst/>
          </a:prstGeom>
        </p:spPr>
        <p:txBody>
          <a:bodyPr/>
          <a:lstStyle>
            <a:lvl1pPr marL="228600" indent="-114300" algn="ctr">
              <a:lnSpc>
                <a:spcPct val="100000"/>
              </a:lnSpc>
              <a:buClrTx/>
              <a:buSzTx/>
              <a:buFontTx/>
              <a:buNone/>
              <a:defRPr sz="24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228600" indent="114300" algn="ctr">
              <a:lnSpc>
                <a:spcPct val="100000"/>
              </a:lnSpc>
              <a:buClrTx/>
              <a:buSzTx/>
              <a:buFontTx/>
              <a:buNone/>
              <a:defRPr sz="24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228600" indent="114300" algn="ctr">
              <a:lnSpc>
                <a:spcPct val="100000"/>
              </a:lnSpc>
              <a:buClrTx/>
              <a:buSzTx/>
              <a:buFontTx/>
              <a:buNone/>
              <a:defRPr sz="24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228600" indent="114300" algn="ctr">
              <a:lnSpc>
                <a:spcPct val="100000"/>
              </a:lnSpc>
              <a:buClrTx/>
              <a:buSzTx/>
              <a:buFontTx/>
              <a:buNone/>
              <a:defRPr sz="24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228600" indent="114300" algn="ctr">
              <a:lnSpc>
                <a:spcPct val="100000"/>
              </a:lnSpc>
              <a:buClrTx/>
              <a:buSzTx/>
              <a:buFontTx/>
              <a:buNone/>
              <a:defRPr sz="24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defRPr>
            </a:lvl5pPr>
          </a:lstStyle>
          <a:p>
            <a:r>
              <a:t>Body Level One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425" name="Slide Number"/>
          <p:cNvSpPr txBox="1"/>
          <p:nvPr>
            <p:ph type="sldNum" sz="quarter" idx="2"/>
          </p:nvPr>
        </p:nvSpPr>
        <p:spPr>
          <a:xfrm>
            <a:off x="8696874" y="4700057"/>
            <a:ext cx="324285" cy="31992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A7A7A7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54;p13"/>
          <p:cNvSpPr/>
          <p:nvPr/>
        </p:nvSpPr>
        <p:spPr>
          <a:xfrm>
            <a:off x="8257030" y="4727447"/>
            <a:ext cx="788702" cy="315602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0" tIns="0" rIns="0" bIns="0" anchor="ctr"/>
          <a:lstStyle/>
          <a:p>
            <a:pPr>
              <a:defRPr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</a:p>
        </p:txBody>
      </p:sp>
      <p:pic>
        <p:nvPicPr>
          <p:cNvPr id="433" name="Google Shape;55;p13" descr="Google Shape;55;p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2508" y="4727447"/>
            <a:ext cx="1429406" cy="31547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434" name="Google Shape;56;p13" descr="Google Shape;56;p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983" y="4769758"/>
            <a:ext cx="982217" cy="23084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435" name="Title Text"/>
          <p:cNvSpPr txBox="1"/>
          <p:nvPr>
            <p:ph type="title" hasCustomPrompt="1"/>
          </p:nvPr>
        </p:nvSpPr>
        <p:spPr>
          <a:xfrm>
            <a:off x="311698" y="814799"/>
            <a:ext cx="8571303" cy="942002"/>
          </a:xfrm>
          <a:prstGeom prst="rect">
            <a:avLst/>
          </a:prstGeom>
        </p:spPr>
        <p:txBody>
          <a:bodyPr anchor="ctr"/>
          <a:lstStyle>
            <a:lvl1pPr algn="ctr">
              <a:defRPr sz="4800" b="1">
                <a:solidFill>
                  <a:srgbClr val="5E90E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r>
              <a:t>Title Text</a:t>
            </a:r>
          </a:p>
        </p:txBody>
      </p:sp>
      <p:sp>
        <p:nvSpPr>
          <p:cNvPr id="436" name="Slide Number"/>
          <p:cNvSpPr txBox="1"/>
          <p:nvPr>
            <p:ph type="sldNum" sz="quarter" idx="2"/>
          </p:nvPr>
        </p:nvSpPr>
        <p:spPr>
          <a:xfrm>
            <a:off x="8696874" y="4700057"/>
            <a:ext cx="324285" cy="31992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3" Type="http://schemas.openxmlformats.org/officeDocument/2006/relationships/theme" Target="../theme/theme1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40" Type="http://schemas.openxmlformats.org/officeDocument/2006/relationships/slideLayout" Target="../slideLayouts/slideLayout40.xml"/><Relationship Id="rId4" Type="http://schemas.openxmlformats.org/officeDocument/2006/relationships/slideLayout" Target="../slideLayouts/slideLayout4.xml"/><Relationship Id="rId39" Type="http://schemas.openxmlformats.org/officeDocument/2006/relationships/slideLayout" Target="../slideLayouts/slideLayout39.xml"/><Relationship Id="rId38" Type="http://schemas.openxmlformats.org/officeDocument/2006/relationships/slideLayout" Target="../slideLayouts/slideLayout38.xml"/><Relationship Id="rId37" Type="http://schemas.openxmlformats.org/officeDocument/2006/relationships/slideLayout" Target="../slideLayouts/slideLayout37.xml"/><Relationship Id="rId36" Type="http://schemas.openxmlformats.org/officeDocument/2006/relationships/slideLayout" Target="../slideLayouts/slideLayout36.xml"/><Relationship Id="rId35" Type="http://schemas.openxmlformats.org/officeDocument/2006/relationships/slideLayout" Target="../slideLayouts/slideLayout35.xml"/><Relationship Id="rId34" Type="http://schemas.openxmlformats.org/officeDocument/2006/relationships/slideLayout" Target="../slideLayouts/slideLayout34.xml"/><Relationship Id="rId33" Type="http://schemas.openxmlformats.org/officeDocument/2006/relationships/slideLayout" Target="../slideLayouts/slideLayout33.xml"/><Relationship Id="rId32" Type="http://schemas.openxmlformats.org/officeDocument/2006/relationships/slideLayout" Target="../slideLayouts/slideLayout32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3" Type="http://schemas.openxmlformats.org/officeDocument/2006/relationships/slideLayout" Target="../slideLayouts/slideLayout3.xml"/><Relationship Id="rId29" Type="http://schemas.openxmlformats.org/officeDocument/2006/relationships/slideLayout" Target="../slideLayouts/slideLayout29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0" Type="http://schemas.openxmlformats.org/officeDocument/2006/relationships/slideLayout" Target="../slideLayouts/slideLayout20.xml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51.xml"/><Relationship Id="rId8" Type="http://schemas.openxmlformats.org/officeDocument/2006/relationships/slideLayout" Target="../slideLayouts/slideLayout50.xml"/><Relationship Id="rId7" Type="http://schemas.openxmlformats.org/officeDocument/2006/relationships/slideLayout" Target="../slideLayouts/slideLayout49.xml"/><Relationship Id="rId6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7.xml"/><Relationship Id="rId43" Type="http://schemas.openxmlformats.org/officeDocument/2006/relationships/theme" Target="../theme/theme2.xml"/><Relationship Id="rId42" Type="http://schemas.openxmlformats.org/officeDocument/2006/relationships/slideLayout" Target="../slideLayouts/slideLayout84.xml"/><Relationship Id="rId41" Type="http://schemas.openxmlformats.org/officeDocument/2006/relationships/slideLayout" Target="../slideLayouts/slideLayout83.xml"/><Relationship Id="rId40" Type="http://schemas.openxmlformats.org/officeDocument/2006/relationships/slideLayout" Target="../slideLayouts/slideLayout82.xml"/><Relationship Id="rId4" Type="http://schemas.openxmlformats.org/officeDocument/2006/relationships/slideLayout" Target="../slideLayouts/slideLayout46.xml"/><Relationship Id="rId39" Type="http://schemas.openxmlformats.org/officeDocument/2006/relationships/slideLayout" Target="../slideLayouts/slideLayout81.xml"/><Relationship Id="rId38" Type="http://schemas.openxmlformats.org/officeDocument/2006/relationships/slideLayout" Target="../slideLayouts/slideLayout80.xml"/><Relationship Id="rId37" Type="http://schemas.openxmlformats.org/officeDocument/2006/relationships/slideLayout" Target="../slideLayouts/slideLayout79.xml"/><Relationship Id="rId36" Type="http://schemas.openxmlformats.org/officeDocument/2006/relationships/slideLayout" Target="../slideLayouts/slideLayout78.xml"/><Relationship Id="rId35" Type="http://schemas.openxmlformats.org/officeDocument/2006/relationships/slideLayout" Target="../slideLayouts/slideLayout77.xml"/><Relationship Id="rId34" Type="http://schemas.openxmlformats.org/officeDocument/2006/relationships/slideLayout" Target="../slideLayouts/slideLayout76.xml"/><Relationship Id="rId33" Type="http://schemas.openxmlformats.org/officeDocument/2006/relationships/slideLayout" Target="../slideLayouts/slideLayout75.xml"/><Relationship Id="rId32" Type="http://schemas.openxmlformats.org/officeDocument/2006/relationships/slideLayout" Target="../slideLayouts/slideLayout74.xml"/><Relationship Id="rId31" Type="http://schemas.openxmlformats.org/officeDocument/2006/relationships/slideLayout" Target="../slideLayouts/slideLayout73.xml"/><Relationship Id="rId30" Type="http://schemas.openxmlformats.org/officeDocument/2006/relationships/slideLayout" Target="../slideLayouts/slideLayout72.xml"/><Relationship Id="rId3" Type="http://schemas.openxmlformats.org/officeDocument/2006/relationships/slideLayout" Target="../slideLayouts/slideLayout45.xml"/><Relationship Id="rId29" Type="http://schemas.openxmlformats.org/officeDocument/2006/relationships/slideLayout" Target="../slideLayouts/slideLayout71.xml"/><Relationship Id="rId28" Type="http://schemas.openxmlformats.org/officeDocument/2006/relationships/slideLayout" Target="../slideLayouts/slideLayout70.xml"/><Relationship Id="rId27" Type="http://schemas.openxmlformats.org/officeDocument/2006/relationships/slideLayout" Target="../slideLayouts/slideLayout69.xml"/><Relationship Id="rId26" Type="http://schemas.openxmlformats.org/officeDocument/2006/relationships/slideLayout" Target="../slideLayouts/slideLayout68.xml"/><Relationship Id="rId25" Type="http://schemas.openxmlformats.org/officeDocument/2006/relationships/slideLayout" Target="../slideLayouts/slideLayout67.xml"/><Relationship Id="rId24" Type="http://schemas.openxmlformats.org/officeDocument/2006/relationships/slideLayout" Target="../slideLayouts/slideLayout66.xml"/><Relationship Id="rId23" Type="http://schemas.openxmlformats.org/officeDocument/2006/relationships/slideLayout" Target="../slideLayouts/slideLayout65.xml"/><Relationship Id="rId22" Type="http://schemas.openxmlformats.org/officeDocument/2006/relationships/slideLayout" Target="../slideLayouts/slideLayout64.xml"/><Relationship Id="rId21" Type="http://schemas.openxmlformats.org/officeDocument/2006/relationships/slideLayout" Target="../slideLayouts/slideLayout63.xml"/><Relationship Id="rId20" Type="http://schemas.openxmlformats.org/officeDocument/2006/relationships/slideLayout" Target="../slideLayouts/slideLayout62.xml"/><Relationship Id="rId2" Type="http://schemas.openxmlformats.org/officeDocument/2006/relationships/slideLayout" Target="../slideLayouts/slideLayout44.xml"/><Relationship Id="rId19" Type="http://schemas.openxmlformats.org/officeDocument/2006/relationships/slideLayout" Target="../slideLayouts/slideLayout61.xml"/><Relationship Id="rId18" Type="http://schemas.openxmlformats.org/officeDocument/2006/relationships/slideLayout" Target="../slideLayouts/slideLayout60.xml"/><Relationship Id="rId17" Type="http://schemas.openxmlformats.org/officeDocument/2006/relationships/slideLayout" Target="../slideLayouts/slideLayout59.xml"/><Relationship Id="rId16" Type="http://schemas.openxmlformats.org/officeDocument/2006/relationships/slideLayout" Target="../slideLayouts/slideLayout58.xml"/><Relationship Id="rId15" Type="http://schemas.openxmlformats.org/officeDocument/2006/relationships/slideLayout" Target="../slideLayouts/slideLayout57.xml"/><Relationship Id="rId14" Type="http://schemas.openxmlformats.org/officeDocument/2006/relationships/slideLayout" Target="../slideLayouts/slideLayout56.xml"/><Relationship Id="rId13" Type="http://schemas.openxmlformats.org/officeDocument/2006/relationships/slideLayout" Target="../slideLayouts/slideLayout55.xml"/><Relationship Id="rId12" Type="http://schemas.openxmlformats.org/officeDocument/2006/relationships/slideLayout" Target="../slideLayouts/slideLayout54.xml"/><Relationship Id="rId11" Type="http://schemas.openxmlformats.org/officeDocument/2006/relationships/slideLayout" Target="../slideLayouts/slideLayout53.xml"/><Relationship Id="rId10" Type="http://schemas.openxmlformats.org/officeDocument/2006/relationships/slideLayout" Target="../slideLayouts/slideLayout52.xml"/><Relationship Id="rId1" Type="http://schemas.openxmlformats.org/officeDocument/2006/relationships/slideLayout" Target="../slideLayouts/slideLayout4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 hasCustomPrompt="1"/>
          </p:nvPr>
        </p:nvSpPr>
        <p:spPr>
          <a:xfrm>
            <a:off x="311698" y="445025"/>
            <a:ext cx="8520603" cy="572702"/>
          </a:xfrm>
          <a:prstGeom prst="rect">
            <a:avLst/>
          </a:prstGeom>
          <a:ln w="12700">
            <a:miter lim="400000"/>
          </a:ln>
        </p:spPr>
        <p:txBody>
          <a:bodyPr lIns="91423" tIns="91423" rIns="91423" bIns="91423">
            <a:normAutofit/>
          </a:bodyPr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 hasCustomPrompt="1"/>
          </p:nvPr>
        </p:nvSpPr>
        <p:spPr>
          <a:xfrm>
            <a:off x="311698" y="1152475"/>
            <a:ext cx="8520603" cy="3416400"/>
          </a:xfrm>
          <a:prstGeom prst="rect">
            <a:avLst/>
          </a:prstGeom>
          <a:ln w="12700">
            <a:miter lim="400000"/>
          </a:ln>
        </p:spPr>
        <p:txBody>
          <a:bodyPr lIns="91423" tIns="91423" rIns="91423" bIns="91423">
            <a:normAutofit/>
          </a:bodyPr>
          <a:lstStyle/>
          <a:p>
            <a:r>
              <a:t>Body Level One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8684348" y="4700820"/>
            <a:ext cx="336812" cy="318394"/>
          </a:xfrm>
          <a:prstGeom prst="rect">
            <a:avLst/>
          </a:prstGeom>
          <a:ln w="12700">
            <a:miter lim="400000"/>
          </a:ln>
        </p:spPr>
        <p:txBody>
          <a:bodyPr wrap="none" lIns="91423" tIns="91423" rIns="91423" bIns="91423" anchor="ctr">
            <a:normAutofit/>
          </a:bodyPr>
          <a:lstStyle>
            <a:lvl1pPr algn="r">
              <a:defRPr sz="1000">
                <a:solidFill>
                  <a:srgbClr val="585858"/>
                </a:solidFill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  <p:sldLayoutId id="2147483682" r:id="rId34"/>
    <p:sldLayoutId id="2147483683" r:id="rId35"/>
    <p:sldLayoutId id="2147483684" r:id="rId36"/>
    <p:sldLayoutId id="2147483685" r:id="rId37"/>
    <p:sldLayoutId id="2147483686" r:id="rId38"/>
    <p:sldLayoutId id="2147483687" r:id="rId39"/>
    <p:sldLayoutId id="2147483688" r:id="rId40"/>
    <p:sldLayoutId id="2147483689" r:id="rId41"/>
    <p:sldLayoutId id="2147483690" r:id="rId42"/>
  </p:sldLayoutIdLst>
  <p:transition spd="med"/>
  <p:txStyles>
    <p:title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 panose="020B0604020202020204"/>
        </a:defRPr>
      </a:lvl1pPr>
      <a:lvl2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 panose="020B0604020202020204"/>
        </a:defRPr>
      </a:lvl2pPr>
      <a:lvl3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 panose="020B0604020202020204"/>
        </a:defRPr>
      </a:lvl3pPr>
      <a:lvl4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 panose="020B0604020202020204"/>
        </a:defRPr>
      </a:lvl4pPr>
      <a:lvl5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 panose="020B0604020202020204"/>
        </a:defRPr>
      </a:lvl5pPr>
      <a:lvl6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 panose="020B0604020202020204"/>
        </a:defRPr>
      </a:lvl6pPr>
      <a:lvl7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 panose="020B0604020202020204"/>
        </a:defRPr>
      </a:lvl7pPr>
      <a:lvl8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 panose="020B0604020202020204"/>
        </a:defRPr>
      </a:lvl8pPr>
      <a:lvl9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 panose="020B0604020202020204"/>
        </a:defRPr>
      </a:lvl9pPr>
    </p:titleStyle>
    <p:bodyStyle>
      <a:lvl1pPr marL="457200" marR="0" indent="-342900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rgbClr val="585858"/>
        </a:buClr>
        <a:buSzPts val="1800"/>
        <a:buFont typeface="Arial" panose="020B0604020202020204"/>
        <a:buChar char="●"/>
        <a:defRPr sz="1800" b="0" i="0" u="none" strike="noStrike" cap="none" spc="0" baseline="0">
          <a:solidFill>
            <a:srgbClr val="585858"/>
          </a:solidFill>
          <a:uFillTx/>
          <a:latin typeface="+mn-lt"/>
          <a:ea typeface="+mn-ea"/>
          <a:cs typeface="+mn-cs"/>
          <a:sym typeface="Arial" panose="020B0604020202020204"/>
        </a:defRPr>
      </a:lvl1pPr>
      <a:lvl2pPr marL="1005205" marR="0" indent="-408305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rgbClr val="585858"/>
        </a:buClr>
        <a:buSzPts val="1800"/>
        <a:buFont typeface="Arial" panose="020B0604020202020204"/>
        <a:buChar char="○"/>
        <a:defRPr sz="1800" b="0" i="0" u="none" strike="noStrike" cap="none" spc="0" baseline="0">
          <a:solidFill>
            <a:srgbClr val="585858"/>
          </a:solidFill>
          <a:uFillTx/>
          <a:latin typeface="+mn-lt"/>
          <a:ea typeface="+mn-ea"/>
          <a:cs typeface="+mn-cs"/>
          <a:sym typeface="Arial" panose="020B0604020202020204"/>
        </a:defRPr>
      </a:lvl2pPr>
      <a:lvl3pPr marL="1462405" marR="0" indent="-408305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rgbClr val="585858"/>
        </a:buClr>
        <a:buSzPts val="1800"/>
        <a:buFont typeface="Arial" panose="020B0604020202020204"/>
        <a:buChar char="■"/>
        <a:defRPr sz="1800" b="0" i="0" u="none" strike="noStrike" cap="none" spc="0" baseline="0">
          <a:solidFill>
            <a:srgbClr val="585858"/>
          </a:solidFill>
          <a:uFillTx/>
          <a:latin typeface="+mn-lt"/>
          <a:ea typeface="+mn-ea"/>
          <a:cs typeface="+mn-cs"/>
          <a:sym typeface="Arial" panose="020B0604020202020204"/>
        </a:defRPr>
      </a:lvl3pPr>
      <a:lvl4pPr marL="1919605" marR="0" indent="-408305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rgbClr val="585858"/>
        </a:buClr>
        <a:buSzPts val="1800"/>
        <a:buFont typeface="Arial" panose="020B0604020202020204"/>
        <a:buChar char="●"/>
        <a:defRPr sz="1800" b="0" i="0" u="none" strike="noStrike" cap="none" spc="0" baseline="0">
          <a:solidFill>
            <a:srgbClr val="585858"/>
          </a:solidFill>
          <a:uFillTx/>
          <a:latin typeface="+mn-lt"/>
          <a:ea typeface="+mn-ea"/>
          <a:cs typeface="+mn-cs"/>
          <a:sym typeface="Arial" panose="020B0604020202020204"/>
        </a:defRPr>
      </a:lvl4pPr>
      <a:lvl5pPr marL="2376805" marR="0" indent="-408305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rgbClr val="585858"/>
        </a:buClr>
        <a:buSzPts val="1800"/>
        <a:buFont typeface="Arial" panose="020B0604020202020204"/>
        <a:buChar char="○"/>
        <a:defRPr sz="1800" b="0" i="0" u="none" strike="noStrike" cap="none" spc="0" baseline="0">
          <a:solidFill>
            <a:srgbClr val="585858"/>
          </a:solidFill>
          <a:uFillTx/>
          <a:latin typeface="+mn-lt"/>
          <a:ea typeface="+mn-ea"/>
          <a:cs typeface="+mn-cs"/>
          <a:sym typeface="Arial" panose="020B0604020202020204"/>
        </a:defRPr>
      </a:lvl5pPr>
      <a:lvl6pPr marL="2834005" marR="0" indent="-408305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rgbClr val="585858"/>
        </a:buClr>
        <a:buSzPts val="1800"/>
        <a:buFont typeface="Arial" panose="020B0604020202020204"/>
        <a:buChar char="■"/>
        <a:defRPr sz="1800" b="0" i="0" u="none" strike="noStrike" cap="none" spc="0" baseline="0">
          <a:solidFill>
            <a:srgbClr val="585858"/>
          </a:solidFill>
          <a:uFillTx/>
          <a:latin typeface="+mn-lt"/>
          <a:ea typeface="+mn-ea"/>
          <a:cs typeface="+mn-cs"/>
          <a:sym typeface="Arial" panose="020B0604020202020204"/>
        </a:defRPr>
      </a:lvl6pPr>
      <a:lvl7pPr marL="3291205" marR="0" indent="-408305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rgbClr val="585858"/>
        </a:buClr>
        <a:buSzPts val="1800"/>
        <a:buFont typeface="Arial" panose="020B0604020202020204"/>
        <a:buChar char="●"/>
        <a:defRPr sz="1800" b="0" i="0" u="none" strike="noStrike" cap="none" spc="0" baseline="0">
          <a:solidFill>
            <a:srgbClr val="585858"/>
          </a:solidFill>
          <a:uFillTx/>
          <a:latin typeface="+mn-lt"/>
          <a:ea typeface="+mn-ea"/>
          <a:cs typeface="+mn-cs"/>
          <a:sym typeface="Arial" panose="020B0604020202020204"/>
        </a:defRPr>
      </a:lvl7pPr>
      <a:lvl8pPr marL="3748405" marR="0" indent="-408305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rgbClr val="585858"/>
        </a:buClr>
        <a:buSzPts val="1800"/>
        <a:buFont typeface="Arial" panose="020B0604020202020204"/>
        <a:buChar char="○"/>
        <a:defRPr sz="1800" b="0" i="0" u="none" strike="noStrike" cap="none" spc="0" baseline="0">
          <a:solidFill>
            <a:srgbClr val="585858"/>
          </a:solidFill>
          <a:uFillTx/>
          <a:latin typeface="+mn-lt"/>
          <a:ea typeface="+mn-ea"/>
          <a:cs typeface="+mn-cs"/>
          <a:sym typeface="Arial" panose="020B0604020202020204"/>
        </a:defRPr>
      </a:lvl8pPr>
      <a:lvl9pPr marL="4205605" marR="0" indent="-408305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rgbClr val="585858"/>
        </a:buClr>
        <a:buSzPts val="1800"/>
        <a:buFont typeface="Arial" panose="020B0604020202020204"/>
        <a:buChar char="■"/>
        <a:defRPr sz="1800" b="0" i="0" u="none" strike="noStrike" cap="none" spc="0" baseline="0">
          <a:solidFill>
            <a:srgbClr val="585858"/>
          </a:solidFill>
          <a:uFillTx/>
          <a:latin typeface="+mn-lt"/>
          <a:ea typeface="+mn-ea"/>
          <a:cs typeface="+mn-cs"/>
          <a:sym typeface="Arial" panose="020B0604020202020204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 panose="020B0604020202020204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 panose="020B0604020202020204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 panose="020B0604020202020204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 panose="020B0604020202020204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 panose="020B0604020202020204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 panose="020B0604020202020204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 panose="020B0604020202020204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 panose="020B0604020202020204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 hasCustomPrompt="1"/>
          </p:nvPr>
        </p:nvSpPr>
        <p:spPr>
          <a:xfrm>
            <a:off x="311698" y="445025"/>
            <a:ext cx="8520603" cy="572702"/>
          </a:xfrm>
          <a:prstGeom prst="rect">
            <a:avLst/>
          </a:prstGeom>
          <a:ln w="12700">
            <a:miter lim="400000"/>
          </a:ln>
        </p:spPr>
        <p:txBody>
          <a:bodyPr lIns="91423" tIns="91423" rIns="91423" bIns="91423">
            <a:normAutofit/>
          </a:bodyPr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 hasCustomPrompt="1"/>
          </p:nvPr>
        </p:nvSpPr>
        <p:spPr>
          <a:xfrm>
            <a:off x="311698" y="1152475"/>
            <a:ext cx="8520603" cy="3416400"/>
          </a:xfrm>
          <a:prstGeom prst="rect">
            <a:avLst/>
          </a:prstGeom>
          <a:ln w="12700">
            <a:miter lim="400000"/>
          </a:ln>
        </p:spPr>
        <p:txBody>
          <a:bodyPr lIns="91423" tIns="91423" rIns="91423" bIns="91423">
            <a:normAutofit/>
          </a:bodyPr>
          <a:lstStyle/>
          <a:p>
            <a:r>
              <a:t>Body Level One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8684348" y="4700820"/>
            <a:ext cx="336812" cy="318394"/>
          </a:xfrm>
          <a:prstGeom prst="rect">
            <a:avLst/>
          </a:prstGeom>
          <a:ln w="12700">
            <a:miter lim="400000"/>
          </a:ln>
        </p:spPr>
        <p:txBody>
          <a:bodyPr wrap="none" lIns="91423" tIns="91423" rIns="91423" bIns="91423" anchor="ctr">
            <a:normAutofit/>
          </a:bodyPr>
          <a:lstStyle>
            <a:lvl1pPr algn="r">
              <a:defRPr sz="1000">
                <a:solidFill>
                  <a:srgbClr val="585858"/>
                </a:solidFill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2" r:id="rId1"/>
    <p:sldLayoutId id="2147483693" r:id="rId2"/>
    <p:sldLayoutId id="2147483694" r:id="rId3"/>
    <p:sldLayoutId id="2147483695" r:id="rId4"/>
    <p:sldLayoutId id="2147483696" r:id="rId5"/>
    <p:sldLayoutId id="2147483697" r:id="rId6"/>
    <p:sldLayoutId id="2147483698" r:id="rId7"/>
    <p:sldLayoutId id="2147483699" r:id="rId8"/>
    <p:sldLayoutId id="2147483700" r:id="rId9"/>
    <p:sldLayoutId id="2147483701" r:id="rId10"/>
    <p:sldLayoutId id="2147483702" r:id="rId11"/>
    <p:sldLayoutId id="2147483703" r:id="rId12"/>
    <p:sldLayoutId id="2147483704" r:id="rId13"/>
    <p:sldLayoutId id="2147483705" r:id="rId14"/>
    <p:sldLayoutId id="2147483706" r:id="rId15"/>
    <p:sldLayoutId id="2147483707" r:id="rId16"/>
    <p:sldLayoutId id="2147483708" r:id="rId17"/>
    <p:sldLayoutId id="2147483709" r:id="rId18"/>
    <p:sldLayoutId id="2147483710" r:id="rId19"/>
    <p:sldLayoutId id="2147483711" r:id="rId20"/>
    <p:sldLayoutId id="2147483712" r:id="rId21"/>
    <p:sldLayoutId id="2147483713" r:id="rId22"/>
    <p:sldLayoutId id="2147483714" r:id="rId23"/>
    <p:sldLayoutId id="2147483715" r:id="rId24"/>
    <p:sldLayoutId id="2147483716" r:id="rId25"/>
    <p:sldLayoutId id="2147483717" r:id="rId26"/>
    <p:sldLayoutId id="2147483718" r:id="rId27"/>
    <p:sldLayoutId id="2147483719" r:id="rId28"/>
    <p:sldLayoutId id="2147483720" r:id="rId29"/>
    <p:sldLayoutId id="2147483721" r:id="rId30"/>
    <p:sldLayoutId id="2147483722" r:id="rId31"/>
    <p:sldLayoutId id="2147483723" r:id="rId32"/>
    <p:sldLayoutId id="2147483724" r:id="rId33"/>
    <p:sldLayoutId id="2147483725" r:id="rId34"/>
    <p:sldLayoutId id="2147483726" r:id="rId35"/>
    <p:sldLayoutId id="2147483727" r:id="rId36"/>
    <p:sldLayoutId id="2147483728" r:id="rId37"/>
    <p:sldLayoutId id="2147483729" r:id="rId38"/>
    <p:sldLayoutId id="2147483730" r:id="rId39"/>
    <p:sldLayoutId id="2147483731" r:id="rId40"/>
    <p:sldLayoutId id="2147483732" r:id="rId41"/>
    <p:sldLayoutId id="2147483733" r:id="rId42"/>
  </p:sldLayoutIdLst>
  <p:transition spd="med"/>
  <p:txStyles>
    <p:title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 panose="020B0604020202020204"/>
        </a:defRPr>
      </a:lvl1pPr>
      <a:lvl2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 panose="020B0604020202020204"/>
        </a:defRPr>
      </a:lvl2pPr>
      <a:lvl3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 panose="020B0604020202020204"/>
        </a:defRPr>
      </a:lvl3pPr>
      <a:lvl4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 panose="020B0604020202020204"/>
        </a:defRPr>
      </a:lvl4pPr>
      <a:lvl5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 panose="020B0604020202020204"/>
        </a:defRPr>
      </a:lvl5pPr>
      <a:lvl6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 panose="020B0604020202020204"/>
        </a:defRPr>
      </a:lvl6pPr>
      <a:lvl7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 panose="020B0604020202020204"/>
        </a:defRPr>
      </a:lvl7pPr>
      <a:lvl8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 panose="020B0604020202020204"/>
        </a:defRPr>
      </a:lvl8pPr>
      <a:lvl9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 panose="020B0604020202020204"/>
        </a:defRPr>
      </a:lvl9pPr>
    </p:titleStyle>
    <p:bodyStyle>
      <a:lvl1pPr marL="457200" marR="0" indent="-342900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rgbClr val="585858"/>
        </a:buClr>
        <a:buSzPts val="1800"/>
        <a:buFont typeface="Arial" panose="020B0604020202020204"/>
        <a:buChar char="●"/>
        <a:defRPr sz="1800" b="0" i="0" u="none" strike="noStrike" cap="none" spc="0" baseline="0">
          <a:solidFill>
            <a:srgbClr val="585858"/>
          </a:solidFill>
          <a:uFillTx/>
          <a:latin typeface="+mn-lt"/>
          <a:ea typeface="+mn-ea"/>
          <a:cs typeface="+mn-cs"/>
          <a:sym typeface="Arial" panose="020B0604020202020204"/>
        </a:defRPr>
      </a:lvl1pPr>
      <a:lvl2pPr marL="1005205" marR="0" indent="-408305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rgbClr val="585858"/>
        </a:buClr>
        <a:buSzPts val="1800"/>
        <a:buFont typeface="Arial" panose="020B0604020202020204"/>
        <a:buChar char="○"/>
        <a:defRPr sz="1800" b="0" i="0" u="none" strike="noStrike" cap="none" spc="0" baseline="0">
          <a:solidFill>
            <a:srgbClr val="585858"/>
          </a:solidFill>
          <a:uFillTx/>
          <a:latin typeface="+mn-lt"/>
          <a:ea typeface="+mn-ea"/>
          <a:cs typeface="+mn-cs"/>
          <a:sym typeface="Arial" panose="020B0604020202020204"/>
        </a:defRPr>
      </a:lvl2pPr>
      <a:lvl3pPr marL="1462405" marR="0" indent="-408305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rgbClr val="585858"/>
        </a:buClr>
        <a:buSzPts val="1800"/>
        <a:buFont typeface="Arial" panose="020B0604020202020204"/>
        <a:buChar char="■"/>
        <a:defRPr sz="1800" b="0" i="0" u="none" strike="noStrike" cap="none" spc="0" baseline="0">
          <a:solidFill>
            <a:srgbClr val="585858"/>
          </a:solidFill>
          <a:uFillTx/>
          <a:latin typeface="+mn-lt"/>
          <a:ea typeface="+mn-ea"/>
          <a:cs typeface="+mn-cs"/>
          <a:sym typeface="Arial" panose="020B0604020202020204"/>
        </a:defRPr>
      </a:lvl3pPr>
      <a:lvl4pPr marL="1919605" marR="0" indent="-408305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rgbClr val="585858"/>
        </a:buClr>
        <a:buSzPts val="1800"/>
        <a:buFont typeface="Arial" panose="020B0604020202020204"/>
        <a:buChar char="●"/>
        <a:defRPr sz="1800" b="0" i="0" u="none" strike="noStrike" cap="none" spc="0" baseline="0">
          <a:solidFill>
            <a:srgbClr val="585858"/>
          </a:solidFill>
          <a:uFillTx/>
          <a:latin typeface="+mn-lt"/>
          <a:ea typeface="+mn-ea"/>
          <a:cs typeface="+mn-cs"/>
          <a:sym typeface="Arial" panose="020B0604020202020204"/>
        </a:defRPr>
      </a:lvl4pPr>
      <a:lvl5pPr marL="2376805" marR="0" indent="-408305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rgbClr val="585858"/>
        </a:buClr>
        <a:buSzPts val="1800"/>
        <a:buFont typeface="Arial" panose="020B0604020202020204"/>
        <a:buChar char="○"/>
        <a:defRPr sz="1800" b="0" i="0" u="none" strike="noStrike" cap="none" spc="0" baseline="0">
          <a:solidFill>
            <a:srgbClr val="585858"/>
          </a:solidFill>
          <a:uFillTx/>
          <a:latin typeface="+mn-lt"/>
          <a:ea typeface="+mn-ea"/>
          <a:cs typeface="+mn-cs"/>
          <a:sym typeface="Arial" panose="020B0604020202020204"/>
        </a:defRPr>
      </a:lvl5pPr>
      <a:lvl6pPr marL="2834005" marR="0" indent="-408305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rgbClr val="585858"/>
        </a:buClr>
        <a:buSzPts val="1800"/>
        <a:buFont typeface="Arial" panose="020B0604020202020204"/>
        <a:buChar char="■"/>
        <a:defRPr sz="1800" b="0" i="0" u="none" strike="noStrike" cap="none" spc="0" baseline="0">
          <a:solidFill>
            <a:srgbClr val="585858"/>
          </a:solidFill>
          <a:uFillTx/>
          <a:latin typeface="+mn-lt"/>
          <a:ea typeface="+mn-ea"/>
          <a:cs typeface="+mn-cs"/>
          <a:sym typeface="Arial" panose="020B0604020202020204"/>
        </a:defRPr>
      </a:lvl6pPr>
      <a:lvl7pPr marL="3291205" marR="0" indent="-408305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rgbClr val="585858"/>
        </a:buClr>
        <a:buSzPts val="1800"/>
        <a:buFont typeface="Arial" panose="020B0604020202020204"/>
        <a:buChar char="●"/>
        <a:defRPr sz="1800" b="0" i="0" u="none" strike="noStrike" cap="none" spc="0" baseline="0">
          <a:solidFill>
            <a:srgbClr val="585858"/>
          </a:solidFill>
          <a:uFillTx/>
          <a:latin typeface="+mn-lt"/>
          <a:ea typeface="+mn-ea"/>
          <a:cs typeface="+mn-cs"/>
          <a:sym typeface="Arial" panose="020B0604020202020204"/>
        </a:defRPr>
      </a:lvl7pPr>
      <a:lvl8pPr marL="3748405" marR="0" indent="-408305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rgbClr val="585858"/>
        </a:buClr>
        <a:buSzPts val="1800"/>
        <a:buFont typeface="Arial" panose="020B0604020202020204"/>
        <a:buChar char="○"/>
        <a:defRPr sz="1800" b="0" i="0" u="none" strike="noStrike" cap="none" spc="0" baseline="0">
          <a:solidFill>
            <a:srgbClr val="585858"/>
          </a:solidFill>
          <a:uFillTx/>
          <a:latin typeface="+mn-lt"/>
          <a:ea typeface="+mn-ea"/>
          <a:cs typeface="+mn-cs"/>
          <a:sym typeface="Arial" panose="020B0604020202020204"/>
        </a:defRPr>
      </a:lvl8pPr>
      <a:lvl9pPr marL="4205605" marR="0" indent="-408305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rgbClr val="585858"/>
        </a:buClr>
        <a:buSzPts val="1800"/>
        <a:buFont typeface="Arial" panose="020B0604020202020204"/>
        <a:buChar char="■"/>
        <a:defRPr sz="1800" b="0" i="0" u="none" strike="noStrike" cap="none" spc="0" baseline="0">
          <a:solidFill>
            <a:srgbClr val="585858"/>
          </a:solidFill>
          <a:uFillTx/>
          <a:latin typeface="+mn-lt"/>
          <a:ea typeface="+mn-ea"/>
          <a:cs typeface="+mn-cs"/>
          <a:sym typeface="Arial" panose="020B0604020202020204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 panose="020B0604020202020204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 panose="020B0604020202020204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 panose="020B0604020202020204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 panose="020B0604020202020204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 panose="020B0604020202020204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 panose="020B0604020202020204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 panose="020B0604020202020204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 panose="020B0604020202020204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nano-ros Safety Features</a:t>
            </a:r>
            <a:endParaRPr sz="320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"/>
          </p:nvPr>
        </p:nvSpPr>
        <p:spPr/>
        <p:txBody>
          <a:bodyPr/>
          <a:lstStyle/>
          <a:p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600"/>
              <a:t>A Multi-Layered Approach to Safety-Critical Robotics</a:t>
            </a:r>
            <a:endParaRPr sz="1600"/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200"/>
              <a:t>Hsiang-Jui (Jerry) Lin, National Taiwan University</a:t>
            </a:r>
            <a:endParaRPr sz="120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/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Safety at Every Layer</a:t>
            </a:r>
            <a:endParaRPr sz="240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/>
              <a:t>nano-ros applies defense-in-depth across the full stack.</a:t>
            </a:r>
            <a:endParaRPr sz="140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/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828800"/>
          <a:ext cx="8229598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4237"/>
                <a:gridCol w="3646025"/>
                <a:gridCol w="3229336"/>
              </a:tblGrid>
              <a:tr h="274320"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 panose="020F0502020204030204"/>
                        </a:defRPr>
                      </a:pPr>
                      <a:r>
                        <a:rPr sz="1000" b="1">
                          <a:latin typeface="Calibri" panose="020F0502020204030204"/>
                        </a:rPr>
                        <a:t>Layer</a:t>
                      </a:r>
                      <a:endParaRPr sz="1000" b="1">
                        <a:latin typeface="Calibri" panose="020F0502020204030204"/>
                      </a:endParaRP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 panose="020F0502020204030204"/>
                        </a:defRPr>
                      </a:pPr>
                      <a:r>
                        <a:rPr sz="1000" b="1">
                          <a:latin typeface="Calibri" panose="020F0502020204030204"/>
                        </a:rPr>
                        <a:t>Mechanism</a:t>
                      </a:r>
                      <a:endParaRPr sz="1000" b="1">
                        <a:latin typeface="Calibri" panose="020F0502020204030204"/>
                      </a:endParaRP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 panose="020F0502020204030204"/>
                        </a:defRPr>
                      </a:pPr>
                      <a:r>
                        <a:rPr sz="1000" b="1">
                          <a:latin typeface="Calibri" panose="020F0502020204030204"/>
                        </a:rPr>
                        <a:t>Guarantee</a:t>
                      </a:r>
                      <a:endParaRPr sz="1000" b="1">
                        <a:latin typeface="Calibri" panose="020F0502020204030204"/>
                      </a:endParaRPr>
                    </a:p>
                  </a:txBody>
                  <a:tcPr marL="50800" marR="50800" marT="25400" marB="25400"/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 panose="020F0502020204030204"/>
                        </a:defRPr>
                      </a:pPr>
                      <a:r>
                        <a:rPr sz="1000">
                          <a:latin typeface="Calibri" panose="020F0502020204030204"/>
                        </a:rPr>
                        <a:t>Language</a:t>
                      </a:r>
                      <a:endParaRPr sz="1000">
                        <a:latin typeface="Calibri" panose="020F0502020204030204"/>
                      </a:endParaRP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 panose="020F0502020204030204"/>
                        </a:defRPr>
                      </a:pPr>
                      <a:r>
                        <a:rPr sz="1000">
                          <a:latin typeface="Calibri" panose="020F0502020204030204"/>
                        </a:rPr>
                        <a:t>Rust ownership + borrowing</a:t>
                      </a:r>
                      <a:endParaRPr sz="1000">
                        <a:latin typeface="Calibri" panose="020F0502020204030204"/>
                      </a:endParaRP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 panose="020F0502020204030204"/>
                        </a:defRPr>
                      </a:pPr>
                      <a:r>
                        <a:rPr sz="1000">
                          <a:latin typeface="Calibri" panose="020F0502020204030204"/>
                        </a:rPr>
                        <a:t>Memory safety without GC</a:t>
                      </a:r>
                      <a:endParaRPr sz="1000">
                        <a:latin typeface="Calibri" panose="020F0502020204030204"/>
                      </a:endParaRPr>
                    </a:p>
                  </a:txBody>
                  <a:tcPr marL="50800" marR="50800" marT="25400" marB="25400"/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 panose="020F0502020204030204"/>
                        </a:defRPr>
                      </a:pPr>
                      <a:r>
                        <a:rPr sz="1000">
                          <a:latin typeface="Calibri" panose="020F0502020204030204"/>
                        </a:rPr>
                        <a:t>Concurrency</a:t>
                      </a:r>
                      <a:endParaRPr sz="1000">
                        <a:latin typeface="Calibri" panose="020F0502020204030204"/>
                      </a:endParaRP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 panose="020F0502020204030204"/>
                        </a:defRPr>
                      </a:pPr>
                      <a:r>
                        <a:rPr sz="1000">
                          <a:latin typeface="Calibri" panose="020F0502020204030204"/>
                        </a:rPr>
                        <a:t>async/await → state machines</a:t>
                      </a:r>
                      <a:endParaRPr sz="1000">
                        <a:latin typeface="Calibri" panose="020F0502020204030204"/>
                      </a:endParaRP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 panose="020F0502020204030204"/>
                        </a:defRPr>
                      </a:pPr>
                      <a:r>
                        <a:rPr sz="1000">
                          <a:latin typeface="Calibri" panose="020F0502020204030204"/>
                        </a:rPr>
                        <a:t>Zero-overhead, known stack size</a:t>
                      </a:r>
                      <a:endParaRPr sz="1000">
                        <a:latin typeface="Calibri" panose="020F0502020204030204"/>
                      </a:endParaRPr>
                    </a:p>
                  </a:txBody>
                  <a:tcPr marL="50800" marR="50800" marT="25400" marB="25400"/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 panose="020F0502020204030204"/>
                        </a:defRPr>
                      </a:pPr>
                      <a:r>
                        <a:rPr sz="1000">
                          <a:latin typeface="Calibri" panose="020F0502020204030204"/>
                        </a:rPr>
                        <a:t>Compiler</a:t>
                      </a:r>
                      <a:endParaRPr sz="1000">
                        <a:latin typeface="Calibri" panose="020F0502020204030204"/>
                      </a:endParaRP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 panose="020F0502020204030204"/>
                        </a:defRPr>
                      </a:pPr>
                      <a:r>
                        <a:rPr sz="1000">
                          <a:latin typeface="Calibri" panose="020F0502020204030204"/>
                        </a:rPr>
                        <a:t>#![no_std], no alloc, feature gates</a:t>
                      </a:r>
                      <a:endParaRPr sz="1000">
                        <a:latin typeface="Calibri" panose="020F0502020204030204"/>
                      </a:endParaRP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 panose="020F0502020204030204"/>
                        </a:defRPr>
                      </a:pPr>
                      <a:r>
                        <a:rPr sz="1000">
                          <a:latin typeface="Calibri" panose="020F0502020204030204"/>
                        </a:rPr>
                        <a:t>No heap, no OS dependency</a:t>
                      </a:r>
                      <a:endParaRPr sz="1000">
                        <a:latin typeface="Calibri" panose="020F0502020204030204"/>
                      </a:endParaRPr>
                    </a:p>
                  </a:txBody>
                  <a:tcPr marL="50800" marR="50800" marT="25400" marB="25400"/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 panose="020F0502020204030204"/>
                        </a:defRPr>
                      </a:pPr>
                      <a:r>
                        <a:rPr sz="1000">
                          <a:latin typeface="Calibri" panose="020F0502020204030204"/>
                        </a:rPr>
                        <a:t>Types</a:t>
                      </a:r>
                      <a:endParaRPr sz="1000">
                        <a:latin typeface="Calibri" panose="020F0502020204030204"/>
                      </a:endParaRP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 panose="020F0502020204030204"/>
                        </a:defRPr>
                      </a:pPr>
                      <a:r>
                        <a:rPr sz="1000">
                          <a:latin typeface="Calibri" panose="020F0502020204030204"/>
                        </a:rPr>
                        <a:t>heapless::Vec&lt;T,N&gt;, FixedSequence</a:t>
                      </a:r>
                      <a:endParaRPr sz="1000">
                        <a:latin typeface="Calibri" panose="020F0502020204030204"/>
                      </a:endParaRP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 panose="020F0502020204030204"/>
                        </a:defRPr>
                      </a:pPr>
                      <a:r>
                        <a:rPr sz="1000">
                          <a:latin typeface="Calibri" panose="020F0502020204030204"/>
                        </a:rPr>
                        <a:t>Bounded memory at compile time</a:t>
                      </a:r>
                      <a:endParaRPr sz="1000">
                        <a:latin typeface="Calibri" panose="020F0502020204030204"/>
                      </a:endParaRPr>
                    </a:p>
                  </a:txBody>
                  <a:tcPr marL="50800" marR="50800" marT="25400" marB="25400"/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 panose="020F0502020204030204"/>
                        </a:defRPr>
                      </a:pPr>
                      <a:r>
                        <a:rPr sz="1000">
                          <a:latin typeface="Calibri" panose="020F0502020204030204"/>
                        </a:rPr>
                        <a:t>Serialization</a:t>
                      </a:r>
                      <a:endParaRPr sz="1000">
                        <a:latin typeface="Calibri" panose="020F0502020204030204"/>
                      </a:endParaRP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 panose="020F0502020204030204"/>
                        </a:defRPr>
                      </a:pPr>
                      <a:r>
                        <a:rPr sz="1000">
                          <a:latin typeface="Calibri" panose="020F0502020204030204"/>
                        </a:rPr>
                        <a:t>CDR with bounds-checked writes</a:t>
                      </a:r>
                      <a:endParaRPr sz="1000">
                        <a:latin typeface="Calibri" panose="020F0502020204030204"/>
                      </a:endParaRP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 panose="020F0502020204030204"/>
                        </a:defRPr>
                      </a:pPr>
                      <a:r>
                        <a:rPr sz="1000">
                          <a:latin typeface="Calibri" panose="020F0502020204030204"/>
                        </a:rPr>
                        <a:t>No buffer overflows</a:t>
                      </a:r>
                      <a:endParaRPr sz="1000">
                        <a:latin typeface="Calibri" panose="020F0502020204030204"/>
                      </a:endParaRPr>
                    </a:p>
                  </a:txBody>
                  <a:tcPr marL="50800" marR="50800" marT="25400" marB="25400"/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 panose="020F0502020204030204"/>
                        </a:defRPr>
                      </a:pPr>
                      <a:r>
                        <a:rPr sz="1000">
                          <a:latin typeface="Calibri" panose="020F0502020204030204"/>
                        </a:rPr>
                        <a:t>Scheduling</a:t>
                      </a:r>
                      <a:endParaRPr sz="1000">
                        <a:latin typeface="Calibri" panose="020F0502020204030204"/>
                      </a:endParaRP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 panose="020F0502020204030204"/>
                        </a:defRPr>
                      </a:pPr>
                      <a:r>
                        <a:rPr sz="1000">
                          <a:latin typeface="Calibri" panose="020F0502020204030204"/>
                        </a:rPr>
                        <a:t>Deterministic executor, RTIC</a:t>
                      </a:r>
                      <a:endParaRPr sz="1000">
                        <a:latin typeface="Calibri" panose="020F0502020204030204"/>
                      </a:endParaRP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 panose="020F0502020204030204"/>
                        </a:defRPr>
                      </a:pPr>
                      <a:r>
                        <a:rPr sz="1000">
                          <a:latin typeface="Calibri" panose="020F0502020204030204"/>
                        </a:rPr>
                        <a:t>Predictable timing</a:t>
                      </a:r>
                      <a:endParaRPr sz="1000">
                        <a:latin typeface="Calibri" panose="020F0502020204030204"/>
                      </a:endParaRPr>
                    </a:p>
                  </a:txBody>
                  <a:tcPr marL="50800" marR="50800" marT="25400" marB="25400"/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 panose="020F0502020204030204"/>
                        </a:defRPr>
                      </a:pPr>
                      <a:r>
                        <a:rPr sz="1000">
                          <a:latin typeface="Calibri" panose="020F0502020204030204"/>
                        </a:rPr>
                        <a:t>Networking</a:t>
                      </a:r>
                      <a:endParaRPr sz="1000">
                        <a:latin typeface="Calibri" panose="020F0502020204030204"/>
                      </a:endParaRP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 panose="020F0502020204030204"/>
                        </a:defRPr>
                      </a:pPr>
                      <a:r>
                        <a:rPr sz="1000">
                          <a:latin typeface="Calibri" panose="020F0502020204030204"/>
                        </a:rPr>
                        <a:t>E2E CRC-32 + seq (EN 50159)</a:t>
                      </a:r>
                      <a:endParaRPr sz="1000">
                        <a:latin typeface="Calibri" panose="020F0502020204030204"/>
                      </a:endParaRP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 panose="020F0502020204030204"/>
                        </a:defRPr>
                      </a:pPr>
                      <a:r>
                        <a:rPr sz="1000">
                          <a:latin typeface="Calibri" panose="020F0502020204030204"/>
                        </a:rPr>
                        <a:t>Corruption/loss detection</a:t>
                      </a:r>
                      <a:endParaRPr sz="1000">
                        <a:latin typeface="Calibri" panose="020F0502020204030204"/>
                      </a:endParaRPr>
                    </a:p>
                  </a:txBody>
                  <a:tcPr marL="50800" marR="50800" marT="25400" marB="25400"/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 panose="020F0502020204030204"/>
                        </a:defRPr>
                      </a:pPr>
                      <a:r>
                        <a:rPr sz="1000">
                          <a:latin typeface="Calibri" panose="020F0502020204030204"/>
                        </a:rPr>
                        <a:t>TSN</a:t>
                      </a:r>
                      <a:endParaRPr sz="1000">
                        <a:latin typeface="Calibri" panose="020F0502020204030204"/>
                      </a:endParaRP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 panose="020F0502020204030204"/>
                        </a:defRPr>
                      </a:pPr>
                      <a:r>
                        <a:rPr sz="1000">
                          <a:latin typeface="Calibri" panose="020F0502020204030204"/>
                        </a:rPr>
                        <a:t>ThreadX + NetX Duo driver</a:t>
                      </a:r>
                      <a:endParaRPr sz="1000">
                        <a:latin typeface="Calibri" panose="020F0502020204030204"/>
                      </a:endParaRP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 panose="020F0502020204030204"/>
                        </a:defRPr>
                      </a:pPr>
                      <a:r>
                        <a:rPr sz="1000">
                          <a:latin typeface="Calibri" panose="020F0502020204030204"/>
                        </a:rPr>
                        <a:t>Hardware-enforced determinism</a:t>
                      </a:r>
                      <a:endParaRPr sz="1000">
                        <a:latin typeface="Calibri" panose="020F0502020204030204"/>
                      </a:endParaRPr>
                    </a:p>
                  </a:txBody>
                  <a:tcPr marL="50800" marR="50800" marT="25400" marB="25400"/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 panose="020F0502020204030204"/>
                        </a:defRPr>
                      </a:pPr>
                      <a:r>
                        <a:rPr sz="1000">
                          <a:latin typeface="Calibri" panose="020F0502020204030204"/>
                        </a:rPr>
                        <a:t>Verification</a:t>
                      </a:r>
                      <a:endParaRPr sz="1000">
                        <a:latin typeface="Calibri" panose="020F0502020204030204"/>
                      </a:endParaRP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 panose="020F0502020204030204"/>
                        </a:defRPr>
                      </a:pPr>
                      <a:r>
                        <a:rPr sz="1000">
                          <a:latin typeface="Calibri" panose="020F0502020204030204"/>
                        </a:rPr>
                        <a:t>67 Verus + 82 Kani proofs</a:t>
                      </a:r>
                      <a:endParaRPr sz="1000">
                        <a:latin typeface="Calibri" panose="020F0502020204030204"/>
                      </a:endParaRP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 panose="020F0502020204030204"/>
                        </a:defRPr>
                      </a:pPr>
                      <a:r>
                        <a:rPr sz="1000">
                          <a:latin typeface="Calibri" panose="020F0502020204030204"/>
                        </a:rPr>
                        <a:t>Mathematical correctness</a:t>
                      </a:r>
                      <a:endParaRPr sz="1000">
                        <a:latin typeface="Calibri" panose="020F0502020204030204"/>
                      </a:endParaRPr>
                    </a:p>
                  </a:txBody>
                  <a:tcPr marL="50800" marR="50800" marT="25400" marB="25400"/>
                </a:tc>
              </a:tr>
            </a:tbl>
          </a:graphicData>
        </a:graphic>
      </p:graphicFrame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Rust Concurrency Without Overhead</a:t>
            </a:r>
            <a:endParaRPr sz="240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/>
              <a:t>Rust’s ownership system enforces thread safety at compile time — no runtime cost.</a:t>
            </a:r>
            <a:endParaRPr sz="1400"/>
          </a:p>
          <a:p>
            <a:pPr marL="0" indent="0">
              <a:spcBef>
                <a:spcPts val="600"/>
              </a:spcBef>
              <a:spcAft>
                <a:spcPts val="0"/>
              </a:spcAft>
              <a:buNone/>
            </a:pPr>
            <a:r>
              <a:rPr sz="1000">
                <a:solidFill>
                  <a:srgbClr val="6A9955"/>
                </a:solidFill>
                <a:latin typeface="Courier New" panose="02070309020205020404"/>
              </a:rPr>
              <a:t>// Ownership prevents data races: only one mutable reference at a time</a:t>
            </a:r>
            <a:endParaRPr sz="1000">
              <a:solidFill>
                <a:srgbClr val="6A9955"/>
              </a:solidFill>
              <a:latin typeface="Courier New" panose="02070309020205020404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AF00DB"/>
                </a:solidFill>
                <a:latin typeface="Courier New" panose="02070309020205020404"/>
              </a:rPr>
              <a:t>let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AF00DB"/>
                </a:solidFill>
                <a:latin typeface="Courier New" panose="02070309020205020404"/>
              </a:rPr>
              <a:t>mut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msg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=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Odometry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::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default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(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)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;</a:t>
            </a:r>
            <a:endParaRPr sz="1000">
              <a:solidFill>
                <a:srgbClr val="000000"/>
              </a:solidFill>
              <a:latin typeface="Courier New" panose="02070309020205020404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AF00DB"/>
                </a:solidFill>
                <a:latin typeface="Courier New" panose="02070309020205020404"/>
              </a:rPr>
              <a:t>let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ref1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=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&amp;</a:t>
            </a:r>
            <a:r>
              <a:rPr sz="1000">
                <a:solidFill>
                  <a:srgbClr val="AF00DB"/>
                </a:solidFill>
                <a:latin typeface="Courier New" panose="02070309020205020404"/>
              </a:rPr>
              <a:t>mut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msg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;</a:t>
            </a:r>
            <a:endParaRPr sz="1000">
              <a:solidFill>
                <a:srgbClr val="000000"/>
              </a:solidFill>
              <a:latin typeface="Courier New" panose="02070309020205020404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6A9955"/>
                </a:solidFill>
                <a:latin typeface="Courier New" panose="02070309020205020404"/>
              </a:rPr>
              <a:t>// let ref2 = &amp;mut msg;  // Compile error: cannot borrow twice</a:t>
            </a:r>
            <a:endParaRPr sz="1000">
              <a:solidFill>
                <a:srgbClr val="6A9955"/>
              </a:solidFill>
              <a:latin typeface="Courier New" panose="02070309020205020404"/>
            </a:endParaRPr>
          </a:p>
          <a:p>
            <a:pPr marL="0" indent="0">
              <a:spcBef>
                <a:spcPts val="600"/>
              </a:spcBef>
              <a:spcAft>
                <a:spcPts val="0"/>
              </a:spcAft>
              <a:buNone/>
            </a:pPr>
            <a:r>
              <a:rPr sz="1000">
                <a:solidFill>
                  <a:srgbClr val="6A9955"/>
                </a:solidFill>
                <a:latin typeface="Courier New" panose="02070309020205020404"/>
              </a:rPr>
              <a:t>// Send + Sync traits — compiler checks thread-safety of every type</a:t>
            </a:r>
            <a:endParaRPr sz="1000">
              <a:solidFill>
                <a:srgbClr val="6A9955"/>
              </a:solidFill>
              <a:latin typeface="Courier New" panose="02070309020205020404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AF00DB"/>
                </a:solidFill>
                <a:latin typeface="Courier New" panose="02070309020205020404"/>
              </a:rPr>
              <a:t>fn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795E26"/>
                </a:solidFill>
                <a:latin typeface="Courier New" panose="02070309020205020404"/>
              </a:rPr>
              <a:t>spawn_task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&lt;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F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: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267F99"/>
                </a:solidFill>
                <a:latin typeface="Courier New" panose="02070309020205020404"/>
              </a:rPr>
              <a:t>Send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+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'</a:t>
            </a:r>
            <a:r>
              <a:rPr sz="1000">
                <a:solidFill>
                  <a:srgbClr val="267F99"/>
                </a:solidFill>
                <a:latin typeface="Courier New" panose="02070309020205020404"/>
              </a:rPr>
              <a:t>static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&gt;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(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f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: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F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)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{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6A9955"/>
                </a:solidFill>
                <a:latin typeface="Courier New" panose="02070309020205020404"/>
              </a:rPr>
              <a:t>/*</a:t>
            </a:r>
            <a:r>
              <a:rPr sz="1000">
                <a:solidFill>
                  <a:srgbClr val="6A9955"/>
                </a:solidFill>
                <a:latin typeface="Courier New" panose="02070309020205020404"/>
              </a:rPr>
              <a:t> ... </a:t>
            </a:r>
            <a:r>
              <a:rPr sz="1000">
                <a:solidFill>
                  <a:srgbClr val="6A9955"/>
                </a:solidFill>
                <a:latin typeface="Courier New" panose="02070309020205020404"/>
              </a:rPr>
              <a:t>*/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}</a:t>
            </a:r>
            <a:endParaRPr sz="1000">
              <a:solidFill>
                <a:srgbClr val="000000"/>
              </a:solidFill>
              <a:latin typeface="Courier New" panose="02070309020205020404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endParaRPr sz="1000">
              <a:solidFill>
                <a:srgbClr val="1A1A2E"/>
              </a:solidFill>
              <a:latin typeface="Courier New" panose="02070309020205020404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spawn_task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(</a:t>
            </a:r>
            <a:r>
              <a:rPr sz="1000">
                <a:solidFill>
                  <a:srgbClr val="AF00DB"/>
                </a:solidFill>
                <a:latin typeface="Courier New" panose="02070309020205020404"/>
              </a:rPr>
              <a:t>move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|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|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{</a:t>
            </a:r>
            <a:endParaRPr sz="1000">
              <a:solidFill>
                <a:srgbClr val="000000"/>
              </a:solidFill>
              <a:latin typeface="Courier New" panose="02070309020205020404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   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publisher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.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publish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(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&amp;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msg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)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;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 </a:t>
            </a:r>
            <a:r>
              <a:rPr sz="1000">
                <a:solidFill>
                  <a:srgbClr val="6A9955"/>
                </a:solidFill>
                <a:latin typeface="Courier New" panose="02070309020205020404"/>
              </a:rPr>
              <a:t>// Publisher must be Send — compiler verifies</a:t>
            </a:r>
            <a:endParaRPr sz="1000">
              <a:solidFill>
                <a:srgbClr val="6A9955"/>
              </a:solidFill>
              <a:latin typeface="Courier New" panose="02070309020205020404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}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)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;</a:t>
            </a:r>
            <a:endParaRPr sz="1000">
              <a:solidFill>
                <a:srgbClr val="000000"/>
              </a:solidFill>
              <a:latin typeface="Courier New" panose="02070309020205020404"/>
            </a:endParaRP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400"/>
              <a:t>In C/C++, data races are runtime bugs. In Rust, they are compile errors.</a:t>
            </a:r>
            <a:endParaRPr sz="1400"/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200"/>
              <a:t>No mutexes for single-owner data. No thread sanitizer — the compiler is the sanitizer.</a:t>
            </a:r>
            <a:endParaRPr sz="120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/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Async Without a Runtime</a:t>
            </a:r>
            <a:endParaRPr sz="240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/>
              <a:t>Rust provides async/await syntax but no built-in runtime. The language gives you the abstraction; you choose the executor.</a:t>
            </a:r>
            <a:endParaRPr sz="1400"/>
          </a:p>
          <a:p>
            <a:pPr marL="0" indent="0">
              <a:spcBef>
                <a:spcPts val="600"/>
              </a:spcBef>
              <a:spcAft>
                <a:spcPts val="0"/>
              </a:spcAft>
              <a:buNone/>
            </a:pPr>
            <a:r>
              <a:rPr sz="1000">
                <a:solidFill>
                  <a:srgbClr val="6A9955"/>
                </a:solidFill>
                <a:latin typeface="Courier New" panose="02070309020205020404"/>
              </a:rPr>
              <a:t>// This reads like threaded code...</a:t>
            </a:r>
            <a:endParaRPr sz="1000">
              <a:solidFill>
                <a:srgbClr val="6A9955"/>
              </a:solidFill>
              <a:latin typeface="Courier New" panose="02070309020205020404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AF00DB"/>
                </a:solidFill>
                <a:latin typeface="Courier New" panose="02070309020205020404"/>
              </a:rPr>
              <a:t>async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AF00DB"/>
                </a:solidFill>
                <a:latin typeface="Courier New" panose="02070309020205020404"/>
              </a:rPr>
              <a:t>fn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795E26"/>
                </a:solidFill>
                <a:latin typeface="Courier New" panose="02070309020205020404"/>
              </a:rPr>
              <a:t>service_call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(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client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: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AF00DB"/>
                </a:solidFill>
                <a:latin typeface="Courier New" panose="02070309020205020404"/>
              </a:rPr>
              <a:t>&amp;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mut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Client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&lt;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OperateMrm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&gt;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)</a:t>
            </a:r>
            <a:endParaRPr sz="1000">
              <a:solidFill>
                <a:srgbClr val="000000"/>
              </a:solidFill>
              <a:latin typeface="Courier New" panose="02070309020205020404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   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-&gt;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267F99"/>
                </a:solidFill>
                <a:latin typeface="Courier New" panose="02070309020205020404"/>
              </a:rPr>
              <a:t>Result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&lt;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Response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,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NodeError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&gt;</a:t>
            </a:r>
            <a:endParaRPr sz="1000">
              <a:solidFill>
                <a:srgbClr val="000000"/>
              </a:solidFill>
              <a:latin typeface="Courier New" panose="02070309020205020404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{</a:t>
            </a:r>
            <a:endParaRPr sz="1000">
              <a:solidFill>
                <a:srgbClr val="000000"/>
              </a:solidFill>
              <a:latin typeface="Courier New" panose="02070309020205020404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   </a:t>
            </a:r>
            <a:r>
              <a:rPr sz="1000">
                <a:solidFill>
                  <a:srgbClr val="AF00DB"/>
                </a:solidFill>
                <a:latin typeface="Courier New" panose="02070309020205020404"/>
              </a:rPr>
              <a:t>let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promise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=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client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.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call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(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&amp;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request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)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?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;</a:t>
            </a:r>
            <a:endParaRPr sz="1000">
              <a:solidFill>
                <a:srgbClr val="000000"/>
              </a:solidFill>
              <a:latin typeface="Courier New" panose="02070309020205020404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   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promise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.</a:t>
            </a:r>
            <a:r>
              <a:rPr sz="1000">
                <a:solidFill>
                  <a:srgbClr val="AF00DB"/>
                </a:solidFill>
                <a:latin typeface="Courier New" panose="02070309020205020404"/>
              </a:rPr>
              <a:t>await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  </a:t>
            </a:r>
            <a:r>
              <a:rPr sz="1000">
                <a:solidFill>
                  <a:srgbClr val="6A9955"/>
                </a:solidFill>
                <a:latin typeface="Courier New" panose="02070309020205020404"/>
              </a:rPr>
              <a:t>// Suspends here, resumes when reply arrives</a:t>
            </a:r>
            <a:endParaRPr sz="1000">
              <a:solidFill>
                <a:srgbClr val="6A9955"/>
              </a:solidFill>
              <a:latin typeface="Courier New" panose="02070309020205020404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}</a:t>
            </a:r>
            <a:endParaRPr sz="1000">
              <a:solidFill>
                <a:srgbClr val="000000"/>
              </a:solidFill>
              <a:latin typeface="Courier New" panose="02070309020205020404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endParaRPr sz="1000">
              <a:solidFill>
                <a:srgbClr val="1A1A2E"/>
              </a:solidFill>
              <a:latin typeface="Courier New" panose="02070309020205020404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6A9955"/>
                </a:solidFill>
                <a:latin typeface="Courier New" panose="02070309020205020404"/>
              </a:rPr>
              <a:t>// ...but compiles to a state machine (no thread, no stack allocation):</a:t>
            </a:r>
            <a:endParaRPr sz="1000">
              <a:solidFill>
                <a:srgbClr val="6A9955"/>
              </a:solidFill>
              <a:latin typeface="Courier New" panose="02070309020205020404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AF00DB"/>
                </a:solidFill>
                <a:latin typeface="Courier New" panose="02070309020205020404"/>
              </a:rPr>
              <a:t>enum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ServiceCallFuture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{</a:t>
            </a:r>
            <a:endParaRPr sz="1000">
              <a:solidFill>
                <a:srgbClr val="000000"/>
              </a:solidFill>
              <a:latin typeface="Courier New" panose="02070309020205020404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   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WaitingForReply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{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client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: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..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.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,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promise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: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..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.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}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,</a:t>
            </a:r>
            <a:endParaRPr sz="1000">
              <a:solidFill>
                <a:srgbClr val="000000"/>
              </a:solidFill>
              <a:latin typeface="Courier New" panose="02070309020205020404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   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Done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,</a:t>
            </a:r>
            <a:endParaRPr sz="1000">
              <a:solidFill>
                <a:srgbClr val="000000"/>
              </a:solidFill>
              <a:latin typeface="Courier New" panose="02070309020205020404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}</a:t>
            </a:r>
            <a:endParaRPr sz="1000">
              <a:solidFill>
                <a:srgbClr val="000000"/>
              </a:solidFill>
              <a:latin typeface="Courier New" panose="02070309020205020404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/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Async Without a Runtime — Poll + Waker</a:t>
            </a:r>
            <a:endParaRPr sz="240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/>
              <a:t>The key insight: Promise implements Future using poll + waker.</a:t>
            </a:r>
            <a:endParaRPr sz="1400"/>
          </a:p>
          <a:p>
            <a:pPr marL="0" indent="0">
              <a:spcBef>
                <a:spcPts val="600"/>
              </a:spcBef>
              <a:spcAft>
                <a:spcPts val="0"/>
              </a:spcAft>
              <a:buNone/>
            </a:pPr>
            <a:r>
              <a:rPr sz="1000">
                <a:solidFill>
                  <a:srgbClr val="AF00DB"/>
                </a:solidFill>
                <a:latin typeface="Courier New" panose="02070309020205020404"/>
              </a:rPr>
              <a:t>impl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&lt;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T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&gt;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core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::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future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::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Future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AF00DB"/>
                </a:solidFill>
                <a:latin typeface="Courier New" panose="02070309020205020404"/>
              </a:rPr>
              <a:t>for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Promise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&lt;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'</a:t>
            </a:r>
            <a:r>
              <a:rPr sz="1000">
                <a:solidFill>
                  <a:srgbClr val="267F99"/>
                </a:solidFill>
                <a:latin typeface="Courier New" panose="02070309020205020404"/>
              </a:rPr>
              <a:t>_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,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T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&gt;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{</a:t>
            </a:r>
            <a:endParaRPr sz="1000">
              <a:solidFill>
                <a:srgbClr val="000000"/>
              </a:solidFill>
              <a:latin typeface="Courier New" panose="02070309020205020404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   </a:t>
            </a:r>
            <a:r>
              <a:rPr sz="1000">
                <a:solidFill>
                  <a:srgbClr val="AF00DB"/>
                </a:solidFill>
                <a:latin typeface="Courier New" panose="02070309020205020404"/>
              </a:rPr>
              <a:t>type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Output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=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267F99"/>
                </a:solidFill>
                <a:latin typeface="Courier New" panose="02070309020205020404"/>
              </a:rPr>
              <a:t>Result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&lt;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T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,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NodeError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&gt;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;</a:t>
            </a:r>
            <a:endParaRPr sz="1000">
              <a:solidFill>
                <a:srgbClr val="000000"/>
              </a:solidFill>
              <a:latin typeface="Courier New" panose="02070309020205020404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endParaRPr sz="1000">
              <a:solidFill>
                <a:srgbClr val="1A1A2E"/>
              </a:solidFill>
              <a:latin typeface="Courier New" panose="02070309020205020404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   </a:t>
            </a:r>
            <a:r>
              <a:rPr sz="1000">
                <a:solidFill>
                  <a:srgbClr val="AF00DB"/>
                </a:solidFill>
                <a:latin typeface="Courier New" panose="02070309020205020404"/>
              </a:rPr>
              <a:t>fn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795E26"/>
                </a:solidFill>
                <a:latin typeface="Courier New" panose="02070309020205020404"/>
              </a:rPr>
              <a:t>poll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(</a:t>
            </a:r>
            <a:r>
              <a:rPr sz="1000">
                <a:solidFill>
                  <a:srgbClr val="267F99"/>
                </a:solidFill>
                <a:latin typeface="Courier New" panose="02070309020205020404"/>
              </a:rPr>
              <a:t>self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: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Pin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&lt;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&amp;</a:t>
            </a:r>
            <a:r>
              <a:rPr sz="1000">
                <a:solidFill>
                  <a:srgbClr val="AF00DB"/>
                </a:solidFill>
                <a:latin typeface="Courier New" panose="02070309020205020404"/>
              </a:rPr>
              <a:t>mut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267F99"/>
                </a:solidFill>
                <a:latin typeface="Courier New" panose="02070309020205020404"/>
              </a:rPr>
              <a:t>Self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&gt;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,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cx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: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AF00DB"/>
                </a:solidFill>
                <a:latin typeface="Courier New" panose="02070309020205020404"/>
              </a:rPr>
              <a:t>&amp;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mut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Context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&lt;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'</a:t>
            </a:r>
            <a:r>
              <a:rPr sz="1000">
                <a:solidFill>
                  <a:srgbClr val="267F99"/>
                </a:solidFill>
                <a:latin typeface="Courier New" panose="02070309020205020404"/>
              </a:rPr>
              <a:t>_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&gt;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)</a:t>
            </a:r>
            <a:endParaRPr sz="1000">
              <a:solidFill>
                <a:srgbClr val="000000"/>
              </a:solidFill>
              <a:latin typeface="Courier New" panose="02070309020205020404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       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-&gt;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Poll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&lt;</a:t>
            </a:r>
            <a:r>
              <a:rPr sz="1000">
                <a:solidFill>
                  <a:srgbClr val="267F99"/>
                </a:solidFill>
                <a:latin typeface="Courier New" panose="02070309020205020404"/>
              </a:rPr>
              <a:t>Self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::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Output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&gt;</a:t>
            </a:r>
            <a:endParaRPr sz="1000">
              <a:solidFill>
                <a:srgbClr val="000000"/>
              </a:solidFill>
              <a:latin typeface="Courier New" panose="02070309020205020404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   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{</a:t>
            </a:r>
            <a:endParaRPr sz="1000">
              <a:solidFill>
                <a:srgbClr val="000000"/>
              </a:solidFill>
              <a:latin typeface="Courier New" panose="02070309020205020404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       </a:t>
            </a:r>
            <a:r>
              <a:rPr sz="1000">
                <a:solidFill>
                  <a:srgbClr val="AF00DB"/>
                </a:solidFill>
                <a:latin typeface="Courier New" panose="02070309020205020404"/>
              </a:rPr>
              <a:t>match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267F99"/>
                </a:solidFill>
                <a:latin typeface="Courier New" panose="02070309020205020404"/>
              </a:rPr>
              <a:t>self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.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get_mut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(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)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.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try_recv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(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)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{</a:t>
            </a:r>
            <a:endParaRPr sz="1000">
              <a:solidFill>
                <a:srgbClr val="000000"/>
              </a:solidFill>
              <a:latin typeface="Courier New" panose="02070309020205020404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           </a:t>
            </a:r>
            <a:r>
              <a:rPr sz="1000">
                <a:solidFill>
                  <a:srgbClr val="267F99"/>
                </a:solidFill>
                <a:latin typeface="Courier New" panose="02070309020205020404"/>
              </a:rPr>
              <a:t>Ok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(</a:t>
            </a:r>
            <a:r>
              <a:rPr sz="1000">
                <a:solidFill>
                  <a:srgbClr val="267F99"/>
                </a:solidFill>
                <a:latin typeface="Courier New" panose="02070309020205020404"/>
              </a:rPr>
              <a:t>Some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(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reply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)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)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=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&gt;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Poll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::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Ready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(</a:t>
            </a:r>
            <a:r>
              <a:rPr sz="1000">
                <a:solidFill>
                  <a:srgbClr val="267F99"/>
                </a:solidFill>
                <a:latin typeface="Courier New" panose="02070309020205020404"/>
              </a:rPr>
              <a:t>Ok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(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reply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)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)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,</a:t>
            </a:r>
            <a:endParaRPr sz="1000">
              <a:solidFill>
                <a:srgbClr val="000000"/>
              </a:solidFill>
              <a:latin typeface="Courier New" panose="02070309020205020404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           </a:t>
            </a:r>
            <a:r>
              <a:rPr sz="1000">
                <a:solidFill>
                  <a:srgbClr val="267F99"/>
                </a:solidFill>
                <a:latin typeface="Courier New" panose="02070309020205020404"/>
              </a:rPr>
              <a:t>Ok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(</a:t>
            </a:r>
            <a:r>
              <a:rPr sz="1000">
                <a:solidFill>
                  <a:srgbClr val="267F99"/>
                </a:solidFill>
                <a:latin typeface="Courier New" panose="02070309020205020404"/>
              </a:rPr>
              <a:t>None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)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=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&gt;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{</a:t>
            </a:r>
            <a:endParaRPr sz="1000">
              <a:solidFill>
                <a:srgbClr val="000000"/>
              </a:solidFill>
              <a:latin typeface="Courier New" panose="02070309020205020404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               </a:t>
            </a:r>
            <a:r>
              <a:rPr sz="1000">
                <a:solidFill>
                  <a:srgbClr val="6A9955"/>
                </a:solidFill>
                <a:latin typeface="Courier New" panose="02070309020205020404"/>
              </a:rPr>
              <a:t>// Wake me when data arrives</a:t>
            </a:r>
            <a:endParaRPr sz="1000">
              <a:solidFill>
                <a:srgbClr val="6A9955"/>
              </a:solidFill>
              <a:latin typeface="Courier New" panose="02070309020205020404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               </a:t>
            </a:r>
            <a:r>
              <a:rPr sz="1000">
                <a:solidFill>
                  <a:srgbClr val="267F99"/>
                </a:solidFill>
                <a:latin typeface="Courier New" panose="02070309020205020404"/>
              </a:rPr>
              <a:t>self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.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handle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.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register_waker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(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cx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.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waker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(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)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)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;</a:t>
            </a:r>
            <a:endParaRPr sz="1000">
              <a:solidFill>
                <a:srgbClr val="000000"/>
              </a:solidFill>
              <a:latin typeface="Courier New" panose="02070309020205020404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               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Poll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::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Pending</a:t>
            </a:r>
            <a:endParaRPr sz="1000">
              <a:solidFill>
                <a:srgbClr val="0070C1"/>
              </a:solidFill>
              <a:latin typeface="Courier New" panose="02070309020205020404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           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}</a:t>
            </a:r>
            <a:endParaRPr sz="1000">
              <a:solidFill>
                <a:srgbClr val="000000"/>
              </a:solidFill>
              <a:latin typeface="Courier New" panose="02070309020205020404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           </a:t>
            </a:r>
            <a:r>
              <a:rPr sz="1000">
                <a:solidFill>
                  <a:srgbClr val="267F99"/>
                </a:solidFill>
                <a:latin typeface="Courier New" panose="02070309020205020404"/>
              </a:rPr>
              <a:t>Err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(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e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)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=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&gt;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Poll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::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Ready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(</a:t>
            </a:r>
            <a:r>
              <a:rPr sz="1000">
                <a:solidFill>
                  <a:srgbClr val="267F99"/>
                </a:solidFill>
                <a:latin typeface="Courier New" panose="02070309020205020404"/>
              </a:rPr>
              <a:t>Err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(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e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)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)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,</a:t>
            </a:r>
            <a:endParaRPr sz="1000">
              <a:solidFill>
                <a:srgbClr val="000000"/>
              </a:solidFill>
              <a:latin typeface="Courier New" panose="02070309020205020404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       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}</a:t>
            </a:r>
            <a:endParaRPr sz="1000">
              <a:solidFill>
                <a:srgbClr val="000000"/>
              </a:solidFill>
              <a:latin typeface="Courier New" panose="02070309020205020404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   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}</a:t>
            </a:r>
            <a:endParaRPr sz="1000">
              <a:solidFill>
                <a:srgbClr val="000000"/>
              </a:solidFill>
              <a:latin typeface="Courier New" panose="02070309020205020404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}</a:t>
            </a:r>
            <a:endParaRPr sz="1000">
              <a:solidFill>
                <a:srgbClr val="000000"/>
              </a:solidFill>
              <a:latin typeface="Courier New" panose="02070309020205020404"/>
            </a:endParaRP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200"/>
              <a:t>No busy-waiting. The waker notifies the executor only when data is ready.</a:t>
            </a:r>
            <a:endParaRPr sz="120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/>
        </p:txBody>
      </p: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Why Async Matters for Safety</a:t>
            </a:r>
            <a:endParaRPr sz="240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400" b="1"/>
              <a:t>Known size: </a:t>
            </a:r>
            <a:r>
              <a:rPr sz="1400"/>
              <a:t>Stack size is known at compile time. </a:t>
            </a:r>
            <a:endParaRPr sz="1400"/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200"/>
              <a:t>Each async fn compiles to a state machine enum — the compiler computes its exact size. No per-task stack allocation.</a:t>
            </a:r>
            <a:endParaRPr sz="1200"/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400" b="1"/>
              <a:t>Runs on a single-threaded MCU. </a:t>
            </a:r>
            <a:r>
              <a:rPr sz="1400"/>
              <a:t>Multiple “concurrent” tasks share one thread:</a:t>
            </a:r>
            <a:endParaRPr sz="1400"/>
          </a:p>
          <a:p>
            <a:pPr marL="0" indent="0">
              <a:spcBef>
                <a:spcPts val="600"/>
              </a:spcBef>
              <a:spcAft>
                <a:spcPts val="0"/>
              </a:spcAft>
              <a:buNone/>
            </a:pPr>
            <a:r>
              <a:rPr sz="1000">
                <a:solidFill>
                  <a:srgbClr val="6A9955"/>
                </a:solidFill>
                <a:latin typeface="Courier New" panose="02070309020205020404"/>
              </a:rPr>
              <a:t>// nano-ros executor: drives all async tasks on a single thread</a:t>
            </a:r>
            <a:endParaRPr sz="1000">
              <a:solidFill>
                <a:srgbClr val="6A9955"/>
              </a:solidFill>
              <a:latin typeface="Courier New" panose="02070309020205020404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AF00DB"/>
                </a:solidFill>
                <a:latin typeface="Courier New" panose="02070309020205020404"/>
              </a:rPr>
              <a:t>pub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AF00DB"/>
                </a:solidFill>
                <a:latin typeface="Courier New" panose="02070309020205020404"/>
              </a:rPr>
              <a:t>async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AF00DB"/>
                </a:solidFill>
                <a:latin typeface="Courier New" panose="02070309020205020404"/>
              </a:rPr>
              <a:t>fn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795E26"/>
                </a:solidFill>
                <a:latin typeface="Courier New" panose="02070309020205020404"/>
              </a:rPr>
              <a:t>spin_async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(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&amp;</a:t>
            </a:r>
            <a:r>
              <a:rPr sz="1000">
                <a:solidFill>
                  <a:srgbClr val="AF00DB"/>
                </a:solidFill>
                <a:latin typeface="Courier New" panose="02070309020205020404"/>
              </a:rPr>
              <a:t>mut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267F99"/>
                </a:solidFill>
                <a:latin typeface="Courier New" panose="02070309020205020404"/>
              </a:rPr>
              <a:t>self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)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-&gt;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!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{</a:t>
            </a:r>
            <a:endParaRPr sz="1000">
              <a:solidFill>
                <a:srgbClr val="000000"/>
              </a:solidFill>
              <a:latin typeface="Courier New" panose="02070309020205020404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   </a:t>
            </a:r>
            <a:r>
              <a:rPr sz="1000">
                <a:solidFill>
                  <a:srgbClr val="AF00DB"/>
                </a:solidFill>
                <a:latin typeface="Courier New" panose="02070309020205020404"/>
              </a:rPr>
              <a:t>loop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{</a:t>
            </a:r>
            <a:endParaRPr sz="1000">
              <a:solidFill>
                <a:srgbClr val="000000"/>
              </a:solidFill>
              <a:latin typeface="Courier New" panose="02070309020205020404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       </a:t>
            </a:r>
            <a:r>
              <a:rPr sz="1000">
                <a:solidFill>
                  <a:srgbClr val="267F99"/>
                </a:solidFill>
                <a:latin typeface="Courier New" panose="02070309020205020404"/>
              </a:rPr>
              <a:t>self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.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spin_once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(</a:t>
            </a:r>
            <a:r>
              <a:rPr sz="1000">
                <a:solidFill>
                  <a:srgbClr val="098658"/>
                </a:solidFill>
                <a:latin typeface="Courier New" panose="02070309020205020404"/>
              </a:rPr>
              <a:t>1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)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;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  </a:t>
            </a:r>
            <a:r>
              <a:rPr sz="1000">
                <a:solidFill>
                  <a:srgbClr val="6A9955"/>
                </a:solidFill>
                <a:latin typeface="Courier New" panose="02070309020205020404"/>
              </a:rPr>
              <a:t>// Process all ready callbacks</a:t>
            </a:r>
            <a:endParaRPr sz="1000">
              <a:solidFill>
                <a:srgbClr val="6A9955"/>
              </a:solidFill>
              <a:latin typeface="Courier New" panose="02070309020205020404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       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core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::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future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::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poll_fn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: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: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&lt;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(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)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,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_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&gt;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(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|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cx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|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{</a:t>
            </a:r>
            <a:endParaRPr sz="1000">
              <a:solidFill>
                <a:srgbClr val="000000"/>
              </a:solidFill>
              <a:latin typeface="Courier New" panose="02070309020205020404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           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cx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.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waker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(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)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.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wake_by_ref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(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)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;</a:t>
            </a:r>
            <a:endParaRPr sz="1000">
              <a:solidFill>
                <a:srgbClr val="000000"/>
              </a:solidFill>
              <a:latin typeface="Courier New" panose="02070309020205020404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           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Poll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::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Pending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     </a:t>
            </a:r>
            <a:r>
              <a:rPr sz="1000">
                <a:solidFill>
                  <a:srgbClr val="6A9955"/>
                </a:solidFill>
                <a:latin typeface="Courier New" panose="02070309020205020404"/>
              </a:rPr>
              <a:t>// Yield to other tasks</a:t>
            </a:r>
            <a:endParaRPr sz="1000">
              <a:solidFill>
                <a:srgbClr val="6A9955"/>
              </a:solidFill>
              <a:latin typeface="Courier New" panose="02070309020205020404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       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}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)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.</a:t>
            </a:r>
            <a:r>
              <a:rPr sz="1000">
                <a:solidFill>
                  <a:srgbClr val="AF00DB"/>
                </a:solidFill>
                <a:latin typeface="Courier New" panose="02070309020205020404"/>
              </a:rPr>
              <a:t>await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;</a:t>
            </a:r>
            <a:endParaRPr sz="1000">
              <a:solidFill>
                <a:srgbClr val="000000"/>
              </a:solidFill>
              <a:latin typeface="Courier New" panose="02070309020205020404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   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}</a:t>
            </a:r>
            <a:endParaRPr sz="1000">
              <a:solidFill>
                <a:srgbClr val="000000"/>
              </a:solidFill>
              <a:latin typeface="Courier New" panose="02070309020205020404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}</a:t>
            </a:r>
            <a:endParaRPr sz="1000">
              <a:solidFill>
                <a:srgbClr val="000000"/>
              </a:solidFill>
              <a:latin typeface="Courier New" panose="02070309020205020404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/>
        </p:txBody>
      </p:sp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Why Async Matters for Safety — No select()</a:t>
            </a:r>
            <a:endParaRPr sz="240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/>
              <a:t>Eliminates error-prone select()/poll() with fd sets. Rust async composes naturally:</a:t>
            </a:r>
            <a:endParaRPr sz="1400"/>
          </a:p>
          <a:p>
            <a:pPr marL="0" indent="0">
              <a:spcBef>
                <a:spcPts val="600"/>
              </a:spcBef>
              <a:spcAft>
                <a:spcPts val="0"/>
              </a:spcAft>
              <a:buNone/>
            </a:pPr>
            <a:r>
              <a:rPr sz="1000">
                <a:solidFill>
                  <a:srgbClr val="6A9955"/>
                </a:solidFill>
                <a:latin typeface="Courier New" panose="02070309020205020404"/>
              </a:rPr>
              <a:t>// RTIC: two independent async tasks, zero shared state, zero locks</a:t>
            </a:r>
            <a:endParaRPr sz="1000">
              <a:solidFill>
                <a:srgbClr val="6A9955"/>
              </a:solidFill>
              <a:latin typeface="Courier New" panose="02070309020205020404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6A9955"/>
                </a:solidFill>
                <a:latin typeface="Courier New" panose="02070309020205020404"/>
              </a:rPr>
              <a:t>#[</a:t>
            </a:r>
            <a:r>
              <a:rPr sz="1000">
                <a:solidFill>
                  <a:srgbClr val="6A9955"/>
                </a:solidFill>
                <a:latin typeface="Courier New" panose="02070309020205020404"/>
              </a:rPr>
              <a:t>task(local = </a:t>
            </a:r>
            <a:r>
              <a:rPr sz="1000">
                <a:solidFill>
                  <a:srgbClr val="6A9955"/>
                </a:solidFill>
                <a:latin typeface="Courier New" panose="02070309020205020404"/>
              </a:rPr>
              <a:t>[</a:t>
            </a:r>
            <a:r>
              <a:rPr sz="1000">
                <a:solidFill>
                  <a:srgbClr val="6A9955"/>
                </a:solidFill>
                <a:latin typeface="Courier New" panose="02070309020205020404"/>
              </a:rPr>
              <a:t>executor</a:t>
            </a:r>
            <a:r>
              <a:rPr sz="1000">
                <a:solidFill>
                  <a:srgbClr val="6A9955"/>
                </a:solidFill>
                <a:latin typeface="Courier New" panose="02070309020205020404"/>
              </a:rPr>
              <a:t>]</a:t>
            </a:r>
            <a:r>
              <a:rPr sz="1000">
                <a:solidFill>
                  <a:srgbClr val="6A9955"/>
                </a:solidFill>
                <a:latin typeface="Courier New" panose="02070309020205020404"/>
              </a:rPr>
              <a:t>, priority = 1)</a:t>
            </a:r>
            <a:r>
              <a:rPr sz="1000">
                <a:solidFill>
                  <a:srgbClr val="6A9955"/>
                </a:solidFill>
                <a:latin typeface="Courier New" panose="02070309020205020404"/>
              </a:rPr>
              <a:t>]</a:t>
            </a:r>
            <a:endParaRPr sz="1000">
              <a:solidFill>
                <a:srgbClr val="6A9955"/>
              </a:solidFill>
              <a:latin typeface="Courier New" panose="02070309020205020404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AF00DB"/>
                </a:solidFill>
                <a:latin typeface="Courier New" panose="02070309020205020404"/>
              </a:rPr>
              <a:t>async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AF00DB"/>
                </a:solidFill>
                <a:latin typeface="Courier New" panose="02070309020205020404"/>
              </a:rPr>
              <a:t>fn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795E26"/>
                </a:solidFill>
                <a:latin typeface="Courier New" panose="02070309020205020404"/>
              </a:rPr>
              <a:t>net_poll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(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cx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: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net_poll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::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Context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)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{</a:t>
            </a:r>
            <a:endParaRPr sz="1000">
              <a:solidFill>
                <a:srgbClr val="000000"/>
              </a:solidFill>
              <a:latin typeface="Courier New" panose="02070309020205020404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   </a:t>
            </a:r>
            <a:r>
              <a:rPr sz="1000">
                <a:solidFill>
                  <a:srgbClr val="AF00DB"/>
                </a:solidFill>
                <a:latin typeface="Courier New" panose="02070309020205020404"/>
              </a:rPr>
              <a:t>loop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{</a:t>
            </a:r>
            <a:endParaRPr sz="1000">
              <a:solidFill>
                <a:srgbClr val="000000"/>
              </a:solidFill>
              <a:latin typeface="Courier New" panose="02070309020205020404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       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cx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.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local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.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executor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.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spin_once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(</a:t>
            </a:r>
            <a:r>
              <a:rPr sz="1000">
                <a:solidFill>
                  <a:srgbClr val="098658"/>
                </a:solidFill>
                <a:latin typeface="Courier New" panose="02070309020205020404"/>
              </a:rPr>
              <a:t>0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)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;</a:t>
            </a:r>
            <a:endParaRPr sz="1000">
              <a:solidFill>
                <a:srgbClr val="000000"/>
              </a:solidFill>
              <a:latin typeface="Courier New" panose="02070309020205020404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       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Mono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::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delay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(</a:t>
            </a:r>
            <a:r>
              <a:rPr sz="1000">
                <a:solidFill>
                  <a:srgbClr val="098658"/>
                </a:solidFill>
                <a:latin typeface="Courier New" panose="02070309020205020404"/>
              </a:rPr>
              <a:t>10.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millis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(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)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)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.</a:t>
            </a:r>
            <a:r>
              <a:rPr sz="1000">
                <a:solidFill>
                  <a:srgbClr val="AF00DB"/>
                </a:solidFill>
                <a:latin typeface="Courier New" panose="02070309020205020404"/>
              </a:rPr>
              <a:t>await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;</a:t>
            </a:r>
            <a:endParaRPr sz="1000">
              <a:solidFill>
                <a:srgbClr val="000000"/>
              </a:solidFill>
              <a:latin typeface="Courier New" panose="02070309020205020404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   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}</a:t>
            </a:r>
            <a:endParaRPr sz="1000">
              <a:solidFill>
                <a:srgbClr val="000000"/>
              </a:solidFill>
              <a:latin typeface="Courier New" panose="02070309020205020404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}</a:t>
            </a:r>
            <a:endParaRPr sz="1000">
              <a:solidFill>
                <a:srgbClr val="000000"/>
              </a:solidFill>
              <a:latin typeface="Courier New" panose="02070309020205020404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endParaRPr sz="1000">
              <a:solidFill>
                <a:srgbClr val="1A1A2E"/>
              </a:solidFill>
              <a:latin typeface="Courier New" panose="02070309020205020404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6A9955"/>
                </a:solidFill>
                <a:latin typeface="Courier New" panose="02070309020205020404"/>
              </a:rPr>
              <a:t>#[</a:t>
            </a:r>
            <a:r>
              <a:rPr sz="1000">
                <a:solidFill>
                  <a:srgbClr val="6A9955"/>
                </a:solidFill>
                <a:latin typeface="Courier New" panose="02070309020205020404"/>
              </a:rPr>
              <a:t>task(local = </a:t>
            </a:r>
            <a:r>
              <a:rPr sz="1000">
                <a:solidFill>
                  <a:srgbClr val="6A9955"/>
                </a:solidFill>
                <a:latin typeface="Courier New" panose="02070309020205020404"/>
              </a:rPr>
              <a:t>[</a:t>
            </a:r>
            <a:r>
              <a:rPr sz="1000">
                <a:solidFill>
                  <a:srgbClr val="6A9955"/>
                </a:solidFill>
                <a:latin typeface="Courier New" panose="02070309020205020404"/>
              </a:rPr>
              <a:t>publisher</a:t>
            </a:r>
            <a:r>
              <a:rPr sz="1000">
                <a:solidFill>
                  <a:srgbClr val="6A9955"/>
                </a:solidFill>
                <a:latin typeface="Courier New" panose="02070309020205020404"/>
              </a:rPr>
              <a:t>]</a:t>
            </a:r>
            <a:r>
              <a:rPr sz="1000">
                <a:solidFill>
                  <a:srgbClr val="6A9955"/>
                </a:solidFill>
                <a:latin typeface="Courier New" panose="02070309020205020404"/>
              </a:rPr>
              <a:t>, priority = 1)</a:t>
            </a:r>
            <a:r>
              <a:rPr sz="1000">
                <a:solidFill>
                  <a:srgbClr val="6A9955"/>
                </a:solidFill>
                <a:latin typeface="Courier New" panose="02070309020205020404"/>
              </a:rPr>
              <a:t>]</a:t>
            </a:r>
            <a:endParaRPr sz="1000">
              <a:solidFill>
                <a:srgbClr val="6A9955"/>
              </a:solidFill>
              <a:latin typeface="Courier New" panose="02070309020205020404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AF00DB"/>
                </a:solidFill>
                <a:latin typeface="Courier New" panose="02070309020205020404"/>
              </a:rPr>
              <a:t>async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AF00DB"/>
                </a:solidFill>
                <a:latin typeface="Courier New" panose="02070309020205020404"/>
              </a:rPr>
              <a:t>fn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795E26"/>
                </a:solidFill>
                <a:latin typeface="Courier New" panose="02070309020205020404"/>
              </a:rPr>
              <a:t>publish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(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cx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: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publish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::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Context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)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{</a:t>
            </a:r>
            <a:endParaRPr sz="1000">
              <a:solidFill>
                <a:srgbClr val="000000"/>
              </a:solidFill>
              <a:latin typeface="Courier New" panose="02070309020205020404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   </a:t>
            </a:r>
            <a:r>
              <a:rPr sz="1000">
                <a:solidFill>
                  <a:srgbClr val="AF00DB"/>
                </a:solidFill>
                <a:latin typeface="Courier New" panose="02070309020205020404"/>
              </a:rPr>
              <a:t>loop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{</a:t>
            </a:r>
            <a:endParaRPr sz="1000">
              <a:solidFill>
                <a:srgbClr val="000000"/>
              </a:solidFill>
              <a:latin typeface="Courier New" panose="02070309020205020404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       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cx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.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local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.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publisher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.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publish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(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&amp;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Int32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{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data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: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098658"/>
                </a:solidFill>
                <a:latin typeface="Courier New" panose="02070309020205020404"/>
              </a:rPr>
              <a:t>42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}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)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.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ok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(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)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;</a:t>
            </a:r>
            <a:endParaRPr sz="1000">
              <a:solidFill>
                <a:srgbClr val="000000"/>
              </a:solidFill>
              <a:latin typeface="Courier New" panose="02070309020205020404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       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Mono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::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delay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(</a:t>
            </a:r>
            <a:r>
              <a:rPr sz="1000">
                <a:solidFill>
                  <a:srgbClr val="098658"/>
                </a:solidFill>
                <a:latin typeface="Courier New" panose="02070309020205020404"/>
              </a:rPr>
              <a:t>1000.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millis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(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)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)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.</a:t>
            </a:r>
            <a:r>
              <a:rPr sz="1000">
                <a:solidFill>
                  <a:srgbClr val="AF00DB"/>
                </a:solidFill>
                <a:latin typeface="Courier New" panose="02070309020205020404"/>
              </a:rPr>
              <a:t>await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;</a:t>
            </a:r>
            <a:endParaRPr sz="1000">
              <a:solidFill>
                <a:srgbClr val="000000"/>
              </a:solidFill>
              <a:latin typeface="Courier New" panose="02070309020205020404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   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}</a:t>
            </a:r>
            <a:endParaRPr sz="1000">
              <a:solidFill>
                <a:srgbClr val="000000"/>
              </a:solidFill>
              <a:latin typeface="Courier New" panose="02070309020205020404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}</a:t>
            </a:r>
            <a:endParaRPr sz="1000">
              <a:solidFill>
                <a:srgbClr val="000000"/>
              </a:solidFill>
              <a:latin typeface="Courier New" panose="02070309020205020404"/>
            </a:endParaRP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200"/>
              <a:t>The compiler generates the same code as hand-written state machines, but with the readability of sequential code.</a:t>
            </a:r>
            <a:endParaRPr sz="120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/>
        </p:txBody>
      </p:sp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Compiler-Enforced no_std and Alloc-Free</a:t>
            </a:r>
            <a:endParaRPr sz="240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/>
              <a:t>Every core crate compiles without the standard library. std and alloc are opt-in.</a:t>
            </a:r>
            <a:endParaRPr sz="1400"/>
          </a:p>
          <a:p>
            <a:pPr marL="0" indent="0">
              <a:spcBef>
                <a:spcPts val="600"/>
              </a:spcBef>
              <a:spcAft>
                <a:spcPts val="0"/>
              </a:spcAft>
              <a:buNone/>
            </a:pPr>
            <a:r>
              <a:rPr sz="1000">
                <a:solidFill>
                  <a:srgbClr val="6A9955"/>
                </a:solidFill>
                <a:latin typeface="Courier New" panose="02070309020205020404"/>
              </a:rPr>
              <a:t># nros-core/Cargo.toml</a:t>
            </a:r>
            <a:endParaRPr sz="1000">
              <a:solidFill>
                <a:srgbClr val="6A9955"/>
              </a:solidFill>
              <a:latin typeface="Courier New" panose="02070309020205020404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AF00DB"/>
                </a:solidFill>
                <a:latin typeface="Courier New" panose="02070309020205020404"/>
              </a:rPr>
              <a:t>[</a:t>
            </a:r>
            <a:r>
              <a:rPr sz="1000">
                <a:solidFill>
                  <a:srgbClr val="AF00DB"/>
                </a:solidFill>
                <a:latin typeface="Courier New" panose="02070309020205020404"/>
              </a:rPr>
              <a:t>features</a:t>
            </a:r>
            <a:r>
              <a:rPr sz="1000">
                <a:solidFill>
                  <a:srgbClr val="AF00DB"/>
                </a:solidFill>
                <a:latin typeface="Courier New" panose="02070309020205020404"/>
              </a:rPr>
              <a:t>]</a:t>
            </a:r>
            <a:endParaRPr sz="1000">
              <a:solidFill>
                <a:srgbClr val="AF00DB"/>
              </a:solidFill>
              <a:latin typeface="Courier New" panose="02070309020205020404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default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=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[</a:t>
            </a:r>
            <a:r>
              <a:rPr sz="1000">
                <a:solidFill>
                  <a:srgbClr val="A31115"/>
                </a:solidFill>
                <a:latin typeface="Courier New" panose="02070309020205020404"/>
              </a:rPr>
              <a:t>"</a:t>
            </a:r>
            <a:r>
              <a:rPr sz="1000">
                <a:solidFill>
                  <a:srgbClr val="A31115"/>
                </a:solidFill>
                <a:latin typeface="Courier New" panose="02070309020205020404"/>
              </a:rPr>
              <a:t>std</a:t>
            </a:r>
            <a:r>
              <a:rPr sz="1000">
                <a:solidFill>
                  <a:srgbClr val="A31115"/>
                </a:solidFill>
                <a:latin typeface="Courier New" panose="02070309020205020404"/>
              </a:rPr>
              <a:t>"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]</a:t>
            </a:r>
            <a:endParaRPr sz="1000">
              <a:solidFill>
                <a:srgbClr val="000000"/>
              </a:solidFill>
              <a:latin typeface="Courier New" panose="02070309020205020404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std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=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[</a:t>
            </a:r>
            <a:r>
              <a:rPr sz="1000">
                <a:solidFill>
                  <a:srgbClr val="A31115"/>
                </a:solidFill>
                <a:latin typeface="Courier New" panose="02070309020205020404"/>
              </a:rPr>
              <a:t>"</a:t>
            </a:r>
            <a:r>
              <a:rPr sz="1000">
                <a:solidFill>
                  <a:srgbClr val="A31115"/>
                </a:solidFill>
                <a:latin typeface="Courier New" panose="02070309020205020404"/>
              </a:rPr>
              <a:t>nros-serdes/std</a:t>
            </a:r>
            <a:r>
              <a:rPr sz="1000">
                <a:solidFill>
                  <a:srgbClr val="A31115"/>
                </a:solidFill>
                <a:latin typeface="Courier New" panose="02070309020205020404"/>
              </a:rPr>
              <a:t>"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]</a:t>
            </a:r>
            <a:endParaRPr sz="1000">
              <a:solidFill>
                <a:srgbClr val="000000"/>
              </a:solidFill>
              <a:latin typeface="Courier New" panose="02070309020205020404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alloc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=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[</a:t>
            </a:r>
            <a:r>
              <a:rPr sz="1000">
                <a:solidFill>
                  <a:srgbClr val="A31115"/>
                </a:solidFill>
                <a:latin typeface="Courier New" panose="02070309020205020404"/>
              </a:rPr>
              <a:t>"</a:t>
            </a:r>
            <a:r>
              <a:rPr sz="1000">
                <a:solidFill>
                  <a:srgbClr val="A31115"/>
                </a:solidFill>
                <a:latin typeface="Courier New" panose="02070309020205020404"/>
              </a:rPr>
              <a:t>nros-serdes/alloc</a:t>
            </a:r>
            <a:r>
              <a:rPr sz="1000">
                <a:solidFill>
                  <a:srgbClr val="A31115"/>
                </a:solidFill>
                <a:latin typeface="Courier New" panose="02070309020205020404"/>
              </a:rPr>
              <a:t>"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]</a:t>
            </a:r>
            <a:endParaRPr sz="1000">
              <a:solidFill>
                <a:srgbClr val="000000"/>
              </a:solidFill>
              <a:latin typeface="Courier New" panose="02070309020205020404"/>
            </a:endParaRP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400"/>
              <a:t>Algorithm crates must cross-compile to bare-metal ARM:</a:t>
            </a:r>
            <a:endParaRPr sz="1400"/>
          </a:p>
          <a:p>
            <a:pPr marL="0" indent="0">
              <a:spcBef>
                <a:spcPts val="600"/>
              </a:spcBef>
              <a:spcAft>
                <a:spcPts val="0"/>
              </a:spcAft>
              <a:buNone/>
            </a:pP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cargo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check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--target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thumbv7em-none-eabihf</a:t>
            </a:r>
            <a:endParaRPr sz="1000">
              <a:solidFill>
                <a:srgbClr val="1A1A2E"/>
              </a:solidFill>
              <a:latin typeface="Courier New" panose="02070309020205020404"/>
            </a:endParaRP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400" b="1"/>
              <a:t>If any code pulls in std or alloc, the compiler rejects it.</a:t>
            </a:r>
            <a:endParaRPr sz="1400" b="1"/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200"/>
              <a:t>This is not a convention — it is a hard gate enforced on every CI run.</a:t>
            </a:r>
            <a:endParaRPr sz="120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/>
        </p:txBody>
      </p:sp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Compiler-Enforced Platform Selection</a:t>
            </a:r>
            <a:endParaRPr sz="240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/>
              <a:t>Platform backends are mutually exclusive feature flags, not runtime configuration.</a:t>
            </a:r>
            <a:endParaRPr sz="1400"/>
          </a:p>
          <a:p>
            <a:pPr marL="0" indent="0">
              <a:spcBef>
                <a:spcPts val="600"/>
              </a:spcBef>
              <a:spcAft>
                <a:spcPts val="0"/>
              </a:spcAft>
              <a:buNone/>
            </a:pPr>
            <a:r>
              <a:rPr sz="1000">
                <a:solidFill>
                  <a:srgbClr val="6A9955"/>
                </a:solidFill>
                <a:latin typeface="Courier New" panose="02070309020205020404"/>
              </a:rPr>
              <a:t># nros-node/Cargo.toml — select exactly one</a:t>
            </a:r>
            <a:endParaRPr sz="1000">
              <a:solidFill>
                <a:srgbClr val="6A9955"/>
              </a:solidFill>
              <a:latin typeface="Courier New" panose="02070309020205020404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platform-posix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     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=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[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.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.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.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]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#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L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i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n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u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x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,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m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a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c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O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S</a:t>
            </a:r>
            <a:endParaRPr sz="1000">
              <a:solidFill>
                <a:srgbClr val="1A1A2E"/>
              </a:solidFill>
              <a:latin typeface="Courier New" panose="02070309020205020404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platform-zephyr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    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=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[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.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.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.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]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#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Z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e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p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h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y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r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R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T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O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S</a:t>
            </a:r>
            <a:endParaRPr sz="1000">
              <a:solidFill>
                <a:srgbClr val="1A1A2E"/>
              </a:solidFill>
              <a:latin typeface="Courier New" panose="02070309020205020404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platform-freertos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  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=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[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.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.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.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]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#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F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r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e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e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R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T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O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S</a:t>
            </a:r>
            <a:endParaRPr sz="1000">
              <a:solidFill>
                <a:srgbClr val="1A1A2E"/>
              </a:solidFill>
              <a:latin typeface="Courier New" panose="02070309020205020404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platform-nuttx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     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=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[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.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.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.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]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#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N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u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t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t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X</a:t>
            </a:r>
            <a:endParaRPr sz="1000">
              <a:solidFill>
                <a:srgbClr val="1A1A2E"/>
              </a:solidFill>
              <a:latin typeface="Courier New" panose="02070309020205020404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platform-threadx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   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=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[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.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.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.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]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#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A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z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u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r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e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R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T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O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S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/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T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h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r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e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a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d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X</a:t>
            </a:r>
            <a:endParaRPr sz="1000">
              <a:solidFill>
                <a:srgbClr val="1A1A2E"/>
              </a:solidFill>
              <a:latin typeface="Courier New" panose="02070309020205020404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platform-bare-metal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=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[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.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.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.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]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#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N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o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O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S</a:t>
            </a:r>
            <a:endParaRPr sz="1000">
              <a:solidFill>
                <a:srgbClr val="1A1A2E"/>
              </a:solidFill>
              <a:latin typeface="Courier New" panose="02070309020205020404"/>
            </a:endParaRP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400"/>
              <a:t>Same principle for RMW (middleware) backends:</a:t>
            </a:r>
            <a:endParaRPr sz="1400"/>
          </a:p>
          <a:p>
            <a:pPr marL="0" indent="0">
              <a:spcBef>
                <a:spcPts val="600"/>
              </a:spcBef>
              <a:spcAft>
                <a:spcPts val="0"/>
              </a:spcAft>
              <a:buNone/>
            </a:pP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rmw-zenoh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=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[</a:t>
            </a:r>
            <a:r>
              <a:rPr sz="1000">
                <a:solidFill>
                  <a:srgbClr val="A31115"/>
                </a:solidFill>
                <a:latin typeface="Courier New" panose="02070309020205020404"/>
              </a:rPr>
              <a:t>"</a:t>
            </a:r>
            <a:r>
              <a:rPr sz="1000">
                <a:solidFill>
                  <a:srgbClr val="A31115"/>
                </a:solidFill>
                <a:latin typeface="Courier New" panose="02070309020205020404"/>
              </a:rPr>
              <a:t>dep:nros-rmw-zenoh</a:t>
            </a:r>
            <a:r>
              <a:rPr sz="1000">
                <a:solidFill>
                  <a:srgbClr val="A31115"/>
                </a:solidFill>
                <a:latin typeface="Courier New" panose="02070309020205020404"/>
              </a:rPr>
              <a:t>"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]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  </a:t>
            </a:r>
            <a:r>
              <a:rPr sz="1000">
                <a:solidFill>
                  <a:srgbClr val="6A9955"/>
                </a:solidFill>
                <a:latin typeface="Courier New" panose="02070309020205020404"/>
              </a:rPr>
              <a:t># zenoh-pico (primary)</a:t>
            </a:r>
            <a:endParaRPr sz="1000">
              <a:solidFill>
                <a:srgbClr val="6A9955"/>
              </a:solidFill>
              <a:latin typeface="Courier New" panose="02070309020205020404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rmw-xrce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 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=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[</a:t>
            </a:r>
            <a:r>
              <a:rPr sz="1000">
                <a:solidFill>
                  <a:srgbClr val="A31115"/>
                </a:solidFill>
                <a:latin typeface="Courier New" panose="02070309020205020404"/>
              </a:rPr>
              <a:t>"</a:t>
            </a:r>
            <a:r>
              <a:rPr sz="1000">
                <a:solidFill>
                  <a:srgbClr val="A31115"/>
                </a:solidFill>
                <a:latin typeface="Courier New" panose="02070309020205020404"/>
              </a:rPr>
              <a:t>dep:nros-rmw-xrce</a:t>
            </a:r>
            <a:r>
              <a:rPr sz="1000">
                <a:solidFill>
                  <a:srgbClr val="A31115"/>
                </a:solidFill>
                <a:latin typeface="Courier New" panose="02070309020205020404"/>
              </a:rPr>
              <a:t>"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]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  </a:t>
            </a:r>
            <a:r>
              <a:rPr sz="1000">
                <a:solidFill>
                  <a:srgbClr val="6A9955"/>
                </a:solidFill>
                <a:latin typeface="Courier New" panose="02070309020205020404"/>
              </a:rPr>
              <a:t># Micro-XRCE-DDS</a:t>
            </a:r>
            <a:endParaRPr sz="1000">
              <a:solidFill>
                <a:srgbClr val="6A9955"/>
              </a:solidFill>
              <a:latin typeface="Courier New" panose="02070309020205020404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rmw-dds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  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=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[</a:t>
            </a:r>
            <a:r>
              <a:rPr sz="1000">
                <a:solidFill>
                  <a:srgbClr val="A31115"/>
                </a:solidFill>
                <a:latin typeface="Courier New" panose="02070309020205020404"/>
              </a:rPr>
              <a:t>"</a:t>
            </a:r>
            <a:r>
              <a:rPr sz="1000">
                <a:solidFill>
                  <a:srgbClr val="A31115"/>
                </a:solidFill>
                <a:latin typeface="Courier New" panose="02070309020205020404"/>
              </a:rPr>
              <a:t>dep:nros-rmw-dds</a:t>
            </a:r>
            <a:r>
              <a:rPr sz="1000">
                <a:solidFill>
                  <a:srgbClr val="A31115"/>
                </a:solidFill>
                <a:latin typeface="Courier New" panose="02070309020205020404"/>
              </a:rPr>
              <a:t>"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]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    </a:t>
            </a:r>
            <a:r>
              <a:rPr sz="1000">
                <a:solidFill>
                  <a:srgbClr val="6A9955"/>
                </a:solidFill>
                <a:latin typeface="Courier New" panose="02070309020205020404"/>
              </a:rPr>
              <a:t># Direct DDS</a:t>
            </a:r>
            <a:endParaRPr sz="1000">
              <a:solidFill>
                <a:srgbClr val="6A9955"/>
              </a:solidFill>
              <a:latin typeface="Courier New" panose="02070309020205020404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rmw-cffi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 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=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[</a:t>
            </a:r>
            <a:r>
              <a:rPr sz="1000">
                <a:solidFill>
                  <a:srgbClr val="A31115"/>
                </a:solidFill>
                <a:latin typeface="Courier New" panose="02070309020205020404"/>
              </a:rPr>
              <a:t>"</a:t>
            </a:r>
            <a:r>
              <a:rPr sz="1000">
                <a:solidFill>
                  <a:srgbClr val="A31115"/>
                </a:solidFill>
                <a:latin typeface="Courier New" panose="02070309020205020404"/>
              </a:rPr>
              <a:t>dep:nros-rmw-cffi</a:t>
            </a:r>
            <a:r>
              <a:rPr sz="1000">
                <a:solidFill>
                  <a:srgbClr val="A31115"/>
                </a:solidFill>
                <a:latin typeface="Courier New" panose="02070309020205020404"/>
              </a:rPr>
              <a:t>"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]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   </a:t>
            </a:r>
            <a:r>
              <a:rPr sz="1000">
                <a:solidFill>
                  <a:srgbClr val="6A9955"/>
                </a:solidFill>
                <a:latin typeface="Courier New" panose="02070309020205020404"/>
              </a:rPr>
              <a:t># C FFI bridge</a:t>
            </a:r>
            <a:endParaRPr sz="1000">
              <a:solidFill>
                <a:srgbClr val="6A9955"/>
              </a:solidFill>
              <a:latin typeface="Courier New" panose="02070309020205020404"/>
            </a:endParaRP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400" b="1"/>
              <a:t>Wrong platform + wrong RMW = link error at build time, not runtime crash.</a:t>
            </a:r>
            <a:endParaRPr sz="1400" b="1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/>
        </p:txBody>
      </p:sp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Safe Types in Generated Message Code</a:t>
            </a:r>
            <a:endParaRPr sz="240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/>
              <a:t>ROS 2 messages are code-generated into #![no_std] Rust crates. Dynamic containers are replaced with fixed-capacity alternatives.</a:t>
            </a:r>
            <a:endParaRPr sz="1400"/>
          </a:p>
          <a:p>
            <a:pPr marL="0" indent="0">
              <a:spcBef>
                <a:spcPts val="600"/>
              </a:spcBef>
              <a:spcAft>
                <a:spcPts val="0"/>
              </a:spcAft>
              <a:buNone/>
            </a:pPr>
            <a:r>
              <a:rPr sz="1000">
                <a:solidFill>
                  <a:srgbClr val="6A9955"/>
                </a:solidFill>
                <a:latin typeface="Courier New" panose="02070309020205020404"/>
              </a:rPr>
              <a:t>// Generated from rcl_interfaces/srv/SetParameters</a:t>
            </a:r>
            <a:endParaRPr sz="1000">
              <a:solidFill>
                <a:srgbClr val="6A9955"/>
              </a:solidFill>
              <a:latin typeface="Courier New" panose="02070309020205020404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AF00DB"/>
                </a:solidFill>
                <a:latin typeface="Courier New" panose="02070309020205020404"/>
              </a:rPr>
              <a:t>pub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AF00DB"/>
                </a:solidFill>
                <a:latin typeface="Courier New" panose="02070309020205020404"/>
              </a:rPr>
              <a:t>struct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SetParametersRequest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{</a:t>
            </a:r>
            <a:endParaRPr sz="1000">
              <a:solidFill>
                <a:srgbClr val="000000"/>
              </a:solidFill>
              <a:latin typeface="Courier New" panose="02070309020205020404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   </a:t>
            </a:r>
            <a:r>
              <a:rPr sz="1000">
                <a:solidFill>
                  <a:srgbClr val="AF00DB"/>
                </a:solidFill>
                <a:latin typeface="Courier New" panose="02070309020205020404"/>
              </a:rPr>
              <a:t>pub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parameters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: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heapless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::</a:t>
            </a:r>
            <a:r>
              <a:rPr sz="1000">
                <a:solidFill>
                  <a:srgbClr val="267F99"/>
                </a:solidFill>
                <a:latin typeface="Courier New" panose="02070309020205020404"/>
              </a:rPr>
              <a:t>Vec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&lt;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Parameter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,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098658"/>
                </a:solidFill>
                <a:latin typeface="Courier New" panose="02070309020205020404"/>
              </a:rPr>
              <a:t>64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&gt;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,</a:t>
            </a:r>
            <a:endParaRPr sz="1000">
              <a:solidFill>
                <a:srgbClr val="000000"/>
              </a:solidFill>
              <a:latin typeface="Courier New" panose="02070309020205020404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}</a:t>
            </a:r>
            <a:endParaRPr sz="1000">
              <a:solidFill>
                <a:srgbClr val="000000"/>
              </a:solidFill>
              <a:latin typeface="Courier New" panose="02070309020205020404"/>
            </a:endParaRP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300" b="1"/>
              <a:t>Bounded:</a:t>
            </a:r>
            <a:r>
              <a:rPr sz="1300"/>
              <a:t> heapless::Vec&lt;T, 64&gt; holds at most 64 elements — stack-allocated</a:t>
            </a:r>
            <a:endParaRPr sz="1300"/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300" b="1"/>
              <a:t>Explicit overflow:</a:t>
            </a:r>
            <a:r>
              <a:rPr sz="1300"/>
              <a:t> CapacityExceeded error, not silent truncation or panic</a:t>
            </a:r>
            <a:endParaRPr sz="1300"/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300" b="1"/>
              <a:t>No allocator:</a:t>
            </a:r>
            <a:r>
              <a:rPr sz="1300"/>
              <a:t> Works on bare-metal MCUs with zero heap</a:t>
            </a:r>
            <a:endParaRPr sz="130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/>
        </p:txBody>
      </p:sp>
    </p:spTree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Safe Types — Deserialize with Capacity Check</a:t>
            </a:r>
            <a:endParaRPr sz="240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/>
              <a:t>The generated Deserialize impl checks capacity on every push:</a:t>
            </a:r>
            <a:endParaRPr sz="1400"/>
          </a:p>
          <a:p>
            <a:pPr marL="0" indent="0">
              <a:spcBef>
                <a:spcPts val="600"/>
              </a:spcBef>
              <a:spcAft>
                <a:spcPts val="0"/>
              </a:spcAft>
              <a:buNone/>
            </a:pPr>
            <a:r>
              <a:rPr sz="1000">
                <a:solidFill>
                  <a:srgbClr val="AF00DB"/>
                </a:solidFill>
                <a:latin typeface="Courier New" panose="02070309020205020404"/>
              </a:rPr>
              <a:t>impl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Deserialize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AF00DB"/>
                </a:solidFill>
                <a:latin typeface="Courier New" panose="02070309020205020404"/>
              </a:rPr>
              <a:t>for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SetParametersRequest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{</a:t>
            </a:r>
            <a:endParaRPr sz="1000">
              <a:solidFill>
                <a:srgbClr val="000000"/>
              </a:solidFill>
              <a:latin typeface="Courier New" panose="02070309020205020404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   </a:t>
            </a:r>
            <a:r>
              <a:rPr sz="1000">
                <a:solidFill>
                  <a:srgbClr val="AF00DB"/>
                </a:solidFill>
                <a:latin typeface="Courier New" panose="02070309020205020404"/>
              </a:rPr>
              <a:t>fn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795E26"/>
                </a:solidFill>
                <a:latin typeface="Courier New" panose="02070309020205020404"/>
              </a:rPr>
              <a:t>deserialize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(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reader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: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AF00DB"/>
                </a:solidFill>
                <a:latin typeface="Courier New" panose="02070309020205020404"/>
              </a:rPr>
              <a:t>&amp;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mut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CdrReader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)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-&gt;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267F99"/>
                </a:solidFill>
                <a:latin typeface="Courier New" panose="02070309020205020404"/>
              </a:rPr>
              <a:t>Result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&lt;</a:t>
            </a:r>
            <a:r>
              <a:rPr sz="1000">
                <a:solidFill>
                  <a:srgbClr val="267F99"/>
                </a:solidFill>
                <a:latin typeface="Courier New" panose="02070309020205020404"/>
              </a:rPr>
              <a:t>Self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,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DeserError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&gt;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{</a:t>
            </a:r>
            <a:endParaRPr sz="1000">
              <a:solidFill>
                <a:srgbClr val="000000"/>
              </a:solidFill>
              <a:latin typeface="Courier New" panose="02070309020205020404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       </a:t>
            </a:r>
            <a:r>
              <a:rPr sz="1000">
                <a:solidFill>
                  <a:srgbClr val="AF00DB"/>
                </a:solidFill>
                <a:latin typeface="Courier New" panose="02070309020205020404"/>
              </a:rPr>
              <a:t>let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len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=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reader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.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read_u32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(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)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?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AF00DB"/>
                </a:solidFill>
                <a:latin typeface="Courier New" panose="02070309020205020404"/>
              </a:rPr>
              <a:t>as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267F99"/>
                </a:solidFill>
                <a:latin typeface="Courier New" panose="02070309020205020404"/>
              </a:rPr>
              <a:t>usize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;</a:t>
            </a:r>
            <a:endParaRPr sz="1000">
              <a:solidFill>
                <a:srgbClr val="000000"/>
              </a:solidFill>
              <a:latin typeface="Courier New" panose="02070309020205020404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       </a:t>
            </a:r>
            <a:r>
              <a:rPr sz="1000">
                <a:solidFill>
                  <a:srgbClr val="AF00DB"/>
                </a:solidFill>
                <a:latin typeface="Courier New" panose="02070309020205020404"/>
              </a:rPr>
              <a:t>let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AF00DB"/>
                </a:solidFill>
                <a:latin typeface="Courier New" panose="02070309020205020404"/>
              </a:rPr>
              <a:t>mut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vec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=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heapless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::</a:t>
            </a:r>
            <a:r>
              <a:rPr sz="1000">
                <a:solidFill>
                  <a:srgbClr val="267F99"/>
                </a:solidFill>
                <a:latin typeface="Courier New" panose="02070309020205020404"/>
              </a:rPr>
              <a:t>Vec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::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new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(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)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;</a:t>
            </a:r>
            <a:endParaRPr sz="1000">
              <a:solidFill>
                <a:srgbClr val="000000"/>
              </a:solidFill>
              <a:latin typeface="Courier New" panose="02070309020205020404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       </a:t>
            </a:r>
            <a:r>
              <a:rPr sz="1000">
                <a:solidFill>
                  <a:srgbClr val="AF00DB"/>
                </a:solidFill>
                <a:latin typeface="Courier New" panose="02070309020205020404"/>
              </a:rPr>
              <a:t>for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_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AF00DB"/>
                </a:solidFill>
                <a:latin typeface="Courier New" panose="02070309020205020404"/>
              </a:rPr>
              <a:t>in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098658"/>
                </a:solidFill>
                <a:latin typeface="Courier New" panose="02070309020205020404"/>
              </a:rPr>
              <a:t>0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..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len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{</a:t>
            </a:r>
            <a:endParaRPr sz="1000">
              <a:solidFill>
                <a:srgbClr val="000000"/>
              </a:solidFill>
              <a:latin typeface="Courier New" panose="02070309020205020404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           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vec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.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push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(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Deserialize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::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deserialize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(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reader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)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?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)</a:t>
            </a:r>
            <a:endParaRPr sz="1000">
              <a:solidFill>
                <a:srgbClr val="000000"/>
              </a:solidFill>
              <a:latin typeface="Courier New" panose="02070309020205020404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               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.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map_err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(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|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_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|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DeserError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::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CapacityExceeded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)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?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;</a:t>
            </a:r>
            <a:endParaRPr sz="1000">
              <a:solidFill>
                <a:srgbClr val="000000"/>
              </a:solidFill>
              <a:latin typeface="Courier New" panose="02070309020205020404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       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}</a:t>
            </a:r>
            <a:endParaRPr sz="1000">
              <a:solidFill>
                <a:srgbClr val="000000"/>
              </a:solidFill>
              <a:latin typeface="Courier New" panose="02070309020205020404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       </a:t>
            </a:r>
            <a:r>
              <a:rPr sz="1000">
                <a:solidFill>
                  <a:srgbClr val="267F99"/>
                </a:solidFill>
                <a:latin typeface="Courier New" panose="02070309020205020404"/>
              </a:rPr>
              <a:t>Ok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(</a:t>
            </a:r>
            <a:r>
              <a:rPr sz="1000">
                <a:solidFill>
                  <a:srgbClr val="267F99"/>
                </a:solidFill>
                <a:latin typeface="Courier New" panose="02070309020205020404"/>
              </a:rPr>
              <a:t>Self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{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parameters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: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vec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}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)</a:t>
            </a:r>
            <a:endParaRPr sz="1000">
              <a:solidFill>
                <a:srgbClr val="000000"/>
              </a:solidFill>
              <a:latin typeface="Courier New" panose="02070309020205020404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   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}</a:t>
            </a:r>
            <a:endParaRPr sz="1000">
              <a:solidFill>
                <a:srgbClr val="000000"/>
              </a:solidFill>
              <a:latin typeface="Courier New" panose="02070309020205020404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}</a:t>
            </a:r>
            <a:endParaRPr sz="1000">
              <a:solidFill>
                <a:srgbClr val="000000"/>
              </a:solidFill>
              <a:latin typeface="Courier New" panose="02070309020205020404"/>
            </a:endParaRP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200"/>
              <a:t>Overflow returns CapacityExceeded — not a panic, not silent truncation.</a:t>
            </a:r>
            <a:endParaRPr sz="120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/>
        </p:txBody>
      </p:sp>
    </p:spTree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C++ Safe Types — Freestanding C++14</a:t>
            </a:r>
            <a:endParaRPr sz="240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/>
              <a:t>The same fixed-capacity pattern applies to the C++ API. No STL, no exceptions, no RTTI.</a:t>
            </a:r>
            <a:endParaRPr sz="1400"/>
          </a:p>
          <a:p>
            <a:pPr marL="0" indent="0">
              <a:spcBef>
                <a:spcPts val="600"/>
              </a:spcBef>
              <a:spcAft>
                <a:spcPts val="0"/>
              </a:spcAft>
              <a:buNone/>
            </a:pPr>
            <a:r>
              <a:rPr sz="1000">
                <a:solidFill>
                  <a:srgbClr val="6A9955"/>
                </a:solidFill>
                <a:latin typeface="Courier New" panose="02070309020205020404"/>
              </a:rPr>
              <a:t>// nros::FixedSequence&lt;T, N&gt; — C++ equivalent of heapless::Vec&lt;T, N&gt;</a:t>
            </a:r>
            <a:endParaRPr sz="1000">
              <a:solidFill>
                <a:srgbClr val="6A9955"/>
              </a:solidFill>
              <a:latin typeface="Courier New" panose="02070309020205020404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template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&lt;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typename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T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,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267F99"/>
                </a:solidFill>
                <a:latin typeface="Courier New" panose="02070309020205020404"/>
              </a:rPr>
              <a:t>size_t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N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&gt;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AF00DB"/>
                </a:solidFill>
                <a:latin typeface="Courier New" panose="02070309020205020404"/>
              </a:rPr>
              <a:t>struct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FixedSequence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{</a:t>
            </a:r>
            <a:endParaRPr sz="1000">
              <a:solidFill>
                <a:srgbClr val="000000"/>
              </a:solidFill>
              <a:latin typeface="Courier New" panose="02070309020205020404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   </a:t>
            </a:r>
            <a:r>
              <a:rPr sz="1000">
                <a:solidFill>
                  <a:srgbClr val="267F99"/>
                </a:solidFill>
                <a:latin typeface="Courier New" panose="02070309020205020404"/>
              </a:rPr>
              <a:t>uint32_t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size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;</a:t>
            </a:r>
            <a:endParaRPr sz="1000">
              <a:solidFill>
                <a:srgbClr val="000000"/>
              </a:solidFill>
              <a:latin typeface="Courier New" panose="02070309020205020404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   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T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data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[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N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]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;</a:t>
            </a:r>
            <a:endParaRPr sz="1000">
              <a:solidFill>
                <a:srgbClr val="000000"/>
              </a:solidFill>
              <a:latin typeface="Courier New" panose="02070309020205020404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endParaRPr sz="1000">
              <a:solidFill>
                <a:srgbClr val="1A1A2E"/>
              </a:solidFill>
              <a:latin typeface="Courier New" panose="02070309020205020404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   </a:t>
            </a:r>
            <a:r>
              <a:rPr sz="1000">
                <a:solidFill>
                  <a:srgbClr val="267F99"/>
                </a:solidFill>
                <a:latin typeface="Courier New" panose="02070309020205020404"/>
              </a:rPr>
              <a:t>bool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795E26"/>
                </a:solidFill>
                <a:latin typeface="Courier New" panose="02070309020205020404"/>
              </a:rPr>
              <a:t>push_back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(</a:t>
            </a:r>
            <a:r>
              <a:rPr sz="1000">
                <a:solidFill>
                  <a:srgbClr val="AF00DB"/>
                </a:solidFill>
                <a:latin typeface="Courier New" panose="02070309020205020404"/>
              </a:rPr>
              <a:t>const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T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&amp;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val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)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{</a:t>
            </a:r>
            <a:endParaRPr sz="1000">
              <a:solidFill>
                <a:srgbClr val="000000"/>
              </a:solidFill>
              <a:latin typeface="Courier New" panose="02070309020205020404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       </a:t>
            </a:r>
            <a:r>
              <a:rPr sz="1000">
                <a:solidFill>
                  <a:srgbClr val="AF00DB"/>
                </a:solidFill>
                <a:latin typeface="Courier New" panose="02070309020205020404"/>
              </a:rPr>
              <a:t>if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(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size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&gt;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=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N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)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AF00DB"/>
                </a:solidFill>
                <a:latin typeface="Courier New" panose="02070309020205020404"/>
              </a:rPr>
              <a:t>return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267F99"/>
                </a:solidFill>
                <a:latin typeface="Courier New" panose="02070309020205020404"/>
              </a:rPr>
              <a:t>false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;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 </a:t>
            </a:r>
            <a:r>
              <a:rPr sz="1000">
                <a:solidFill>
                  <a:srgbClr val="6A9955"/>
                </a:solidFill>
                <a:latin typeface="Courier New" panose="02070309020205020404"/>
              </a:rPr>
              <a:t>// Capacity check — no heap</a:t>
            </a:r>
            <a:endParaRPr sz="1000">
              <a:solidFill>
                <a:srgbClr val="6A9955"/>
              </a:solidFill>
              <a:latin typeface="Courier New" panose="02070309020205020404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       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data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[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size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+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+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]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=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val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;</a:t>
            </a:r>
            <a:endParaRPr sz="1000">
              <a:solidFill>
                <a:srgbClr val="000000"/>
              </a:solidFill>
              <a:latin typeface="Courier New" panose="02070309020205020404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       </a:t>
            </a:r>
            <a:r>
              <a:rPr sz="1000">
                <a:solidFill>
                  <a:srgbClr val="AF00DB"/>
                </a:solidFill>
                <a:latin typeface="Courier New" panose="02070309020205020404"/>
              </a:rPr>
              <a:t>return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267F99"/>
                </a:solidFill>
                <a:latin typeface="Courier New" panose="02070309020205020404"/>
              </a:rPr>
              <a:t>true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;</a:t>
            </a:r>
            <a:endParaRPr sz="1000">
              <a:solidFill>
                <a:srgbClr val="000000"/>
              </a:solidFill>
              <a:latin typeface="Courier New" panose="02070309020205020404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   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}</a:t>
            </a:r>
            <a:endParaRPr sz="1000">
              <a:solidFill>
                <a:srgbClr val="000000"/>
              </a:solidFill>
              <a:latin typeface="Courier New" panose="02070309020205020404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}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;</a:t>
            </a:r>
            <a:endParaRPr sz="1000">
              <a:solidFill>
                <a:srgbClr val="000000"/>
              </a:solidFill>
              <a:latin typeface="Courier New" panose="02070309020205020404"/>
            </a:endParaRP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200"/>
              <a:t>Memory layout is repr(C) — identical on Rust and C++ sides, direct FFI.</a:t>
            </a:r>
            <a:endParaRPr sz="120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/>
        </p:txBody>
      </p:sp>
    </p:spTree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C++ Safe Types — Error Handling</a:t>
            </a:r>
            <a:endParaRPr sz="240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/>
              <a:t>NROS_TRY macro replaces try/catch — propagates errors via return codes:</a:t>
            </a:r>
            <a:endParaRPr sz="1400"/>
          </a:p>
          <a:p>
            <a:pPr marL="0" indent="0">
              <a:spcBef>
                <a:spcPts val="600"/>
              </a:spcBef>
              <a:spcAft>
                <a:spcPts val="0"/>
              </a:spcAft>
              <a:buNone/>
            </a:pP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nros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: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: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Result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795E26"/>
                </a:solidFill>
                <a:latin typeface="Courier New" panose="02070309020205020404"/>
              </a:rPr>
              <a:t>run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(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)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{</a:t>
            </a:r>
            <a:endParaRPr sz="1000">
              <a:solidFill>
                <a:srgbClr val="000000"/>
              </a:solidFill>
              <a:latin typeface="Courier New" panose="02070309020205020404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   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nros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: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: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Node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node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;</a:t>
            </a:r>
            <a:endParaRPr sz="1000">
              <a:solidFill>
                <a:srgbClr val="000000"/>
              </a:solidFill>
              <a:latin typeface="Courier New" panose="02070309020205020404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   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NROS_TRY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(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nros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: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: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create_node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(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node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,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A31115"/>
                </a:solidFill>
                <a:latin typeface="Courier New" panose="02070309020205020404"/>
              </a:rPr>
              <a:t>"</a:t>
            </a:r>
            <a:r>
              <a:rPr sz="1000">
                <a:solidFill>
                  <a:srgbClr val="A31115"/>
                </a:solidFill>
                <a:latin typeface="Courier New" panose="02070309020205020404"/>
              </a:rPr>
              <a:t>my_node</a:t>
            </a:r>
            <a:r>
              <a:rPr sz="1000">
                <a:solidFill>
                  <a:srgbClr val="A31115"/>
                </a:solidFill>
                <a:latin typeface="Courier New" panose="02070309020205020404"/>
              </a:rPr>
              <a:t>"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)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)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;</a:t>
            </a:r>
            <a:endParaRPr sz="1000">
              <a:solidFill>
                <a:srgbClr val="000000"/>
              </a:solidFill>
              <a:latin typeface="Courier New" panose="02070309020205020404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endParaRPr sz="1000">
              <a:solidFill>
                <a:srgbClr val="1A1A2E"/>
              </a:solidFill>
              <a:latin typeface="Courier New" panose="02070309020205020404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   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nros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: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: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Publisher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&lt;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std_msgs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: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: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msg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: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: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Int32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&gt;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pub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;</a:t>
            </a:r>
            <a:endParaRPr sz="1000">
              <a:solidFill>
                <a:srgbClr val="000000"/>
              </a:solidFill>
              <a:latin typeface="Courier New" panose="02070309020205020404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   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NROS_TRY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(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node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.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create_publisher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(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pub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,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A31115"/>
                </a:solidFill>
                <a:latin typeface="Courier New" panose="02070309020205020404"/>
              </a:rPr>
              <a:t>"</a:t>
            </a:r>
            <a:r>
              <a:rPr sz="1000">
                <a:solidFill>
                  <a:srgbClr val="A31115"/>
                </a:solidFill>
                <a:latin typeface="Courier New" panose="02070309020205020404"/>
              </a:rPr>
              <a:t>/chatter</a:t>
            </a:r>
            <a:r>
              <a:rPr sz="1000">
                <a:solidFill>
                  <a:srgbClr val="A31115"/>
                </a:solidFill>
                <a:latin typeface="Courier New" panose="02070309020205020404"/>
              </a:rPr>
              <a:t>"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)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)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;</a:t>
            </a:r>
            <a:endParaRPr sz="1000">
              <a:solidFill>
                <a:srgbClr val="000000"/>
              </a:solidFill>
              <a:latin typeface="Courier New" panose="02070309020205020404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endParaRPr sz="1000">
              <a:solidFill>
                <a:srgbClr val="1A1A2E"/>
              </a:solidFill>
              <a:latin typeface="Courier New" panose="02070309020205020404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   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std_msgs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: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: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msg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: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: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Int32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msg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;</a:t>
            </a:r>
            <a:endParaRPr sz="1000">
              <a:solidFill>
                <a:srgbClr val="000000"/>
              </a:solidFill>
              <a:latin typeface="Courier New" panose="02070309020205020404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   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msg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.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data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=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098658"/>
                </a:solidFill>
                <a:latin typeface="Courier New" panose="02070309020205020404"/>
              </a:rPr>
              <a:t>42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;</a:t>
            </a:r>
            <a:endParaRPr sz="1000">
              <a:solidFill>
                <a:srgbClr val="000000"/>
              </a:solidFill>
              <a:latin typeface="Courier New" panose="02070309020205020404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   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NROS_TRY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(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pub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.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publish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(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msg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)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)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;</a:t>
            </a:r>
            <a:endParaRPr sz="1000">
              <a:solidFill>
                <a:srgbClr val="000000"/>
              </a:solidFill>
              <a:latin typeface="Courier New" panose="02070309020205020404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   </a:t>
            </a:r>
            <a:r>
              <a:rPr sz="1000">
                <a:solidFill>
                  <a:srgbClr val="AF00DB"/>
                </a:solidFill>
                <a:latin typeface="Courier New" panose="02070309020205020404"/>
              </a:rPr>
              <a:t>return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nros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: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: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Result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: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: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success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(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)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;</a:t>
            </a:r>
            <a:endParaRPr sz="1000">
              <a:solidFill>
                <a:srgbClr val="000000"/>
              </a:solidFill>
              <a:latin typeface="Courier New" panose="02070309020205020404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}</a:t>
            </a:r>
            <a:endParaRPr sz="1000">
              <a:solidFill>
                <a:srgbClr val="000000"/>
              </a:solidFill>
              <a:latin typeface="Courier New" panose="02070309020205020404"/>
            </a:endParaRP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200"/>
              <a:t>No exceptions, no RTTI — works on freestanding C++14 targets.</a:t>
            </a:r>
            <a:endParaRPr sz="120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/>
        </p:txBody>
      </p:sp>
    </p:spTree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Bounds-Checked CDR Serialization</a:t>
            </a:r>
            <a:endParaRPr sz="240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/>
              <a:t>The CDR encoder checks every write against the buffer.</a:t>
            </a:r>
            <a:endParaRPr sz="1400"/>
          </a:p>
          <a:p>
            <a:pPr marL="0" indent="0">
              <a:spcBef>
                <a:spcPts val="600"/>
              </a:spcBef>
              <a:spcAft>
                <a:spcPts val="0"/>
              </a:spcAft>
              <a:buNone/>
            </a:pPr>
            <a:r>
              <a:rPr sz="1000">
                <a:solidFill>
                  <a:srgbClr val="AF00DB"/>
                </a:solidFill>
                <a:latin typeface="Courier New" panose="02070309020205020404"/>
              </a:rPr>
              <a:t>pub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AF00DB"/>
                </a:solidFill>
                <a:latin typeface="Courier New" panose="02070309020205020404"/>
              </a:rPr>
              <a:t>struct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CdrWriter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&lt;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'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a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&gt;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{</a:t>
            </a:r>
            <a:endParaRPr sz="1000">
              <a:solidFill>
                <a:srgbClr val="000000"/>
              </a:solidFill>
              <a:latin typeface="Courier New" panose="02070309020205020404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   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buf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: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AF00DB"/>
                </a:solidFill>
                <a:latin typeface="Courier New" panose="02070309020205020404"/>
              </a:rPr>
              <a:t>&amp;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'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a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mut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[</a:t>
            </a:r>
            <a:r>
              <a:rPr sz="1000">
                <a:solidFill>
                  <a:srgbClr val="267F99"/>
                </a:solidFill>
                <a:latin typeface="Courier New" panose="02070309020205020404"/>
              </a:rPr>
              <a:t>u8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]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,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  </a:t>
            </a:r>
            <a:r>
              <a:rPr sz="1000">
                <a:solidFill>
                  <a:srgbClr val="6A9955"/>
                </a:solidFill>
                <a:latin typeface="Courier New" panose="02070309020205020404"/>
              </a:rPr>
              <a:t>// Fixed buffer — no reallocation</a:t>
            </a:r>
            <a:endParaRPr sz="1000">
              <a:solidFill>
                <a:srgbClr val="6A9955"/>
              </a:solidFill>
              <a:latin typeface="Courier New" panose="02070309020205020404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   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pos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: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267F99"/>
                </a:solidFill>
                <a:latin typeface="Courier New" panose="02070309020205020404"/>
              </a:rPr>
              <a:t>usize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,</a:t>
            </a:r>
            <a:endParaRPr sz="1000">
              <a:solidFill>
                <a:srgbClr val="000000"/>
              </a:solidFill>
              <a:latin typeface="Courier New" panose="02070309020205020404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   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origin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: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267F99"/>
                </a:solidFill>
                <a:latin typeface="Courier New" panose="02070309020205020404"/>
              </a:rPr>
              <a:t>usize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,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      </a:t>
            </a:r>
            <a:r>
              <a:rPr sz="1000">
                <a:solidFill>
                  <a:srgbClr val="6A9955"/>
                </a:solidFill>
                <a:latin typeface="Courier New" panose="02070309020205020404"/>
              </a:rPr>
              <a:t>// Payload origin for alignment</a:t>
            </a:r>
            <a:endParaRPr sz="1000">
              <a:solidFill>
                <a:srgbClr val="6A9955"/>
              </a:solidFill>
              <a:latin typeface="Courier New" panose="02070309020205020404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}</a:t>
            </a:r>
            <a:endParaRPr sz="1000">
              <a:solidFill>
                <a:srgbClr val="000000"/>
              </a:solidFill>
              <a:latin typeface="Courier New" panose="02070309020205020404"/>
            </a:endParaRP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200"/>
              <a:t>Fixed-size buffer — no Vec, no reallocation, no heap.</a:t>
            </a:r>
            <a:endParaRPr sz="120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/>
        </p:txBody>
      </p:sp>
    </p:spTree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CDR Serialization — Alignment Check</a:t>
            </a:r>
            <a:endParaRPr sz="240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/>
              <a:t>Every write checks remaining capacity before touching the buffer:</a:t>
            </a:r>
            <a:endParaRPr sz="1400"/>
          </a:p>
          <a:p>
            <a:pPr marL="0" indent="0">
              <a:spcBef>
                <a:spcPts val="600"/>
              </a:spcBef>
              <a:spcAft>
                <a:spcPts val="0"/>
              </a:spcAft>
              <a:buNone/>
            </a:pPr>
            <a:r>
              <a:rPr sz="1000">
                <a:solidFill>
                  <a:srgbClr val="AF00DB"/>
                </a:solidFill>
                <a:latin typeface="Courier New" panose="02070309020205020404"/>
              </a:rPr>
              <a:t>pub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AF00DB"/>
                </a:solidFill>
                <a:latin typeface="Courier New" panose="02070309020205020404"/>
              </a:rPr>
              <a:t>fn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795E26"/>
                </a:solidFill>
                <a:latin typeface="Courier New" panose="02070309020205020404"/>
              </a:rPr>
              <a:t>align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(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&amp;</a:t>
            </a:r>
            <a:r>
              <a:rPr sz="1000">
                <a:solidFill>
                  <a:srgbClr val="AF00DB"/>
                </a:solidFill>
                <a:latin typeface="Courier New" panose="02070309020205020404"/>
              </a:rPr>
              <a:t>mut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267F99"/>
                </a:solidFill>
                <a:latin typeface="Courier New" panose="02070309020205020404"/>
              </a:rPr>
              <a:t>self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,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alignment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: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267F99"/>
                </a:solidFill>
                <a:latin typeface="Courier New" panose="02070309020205020404"/>
              </a:rPr>
              <a:t>usize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)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-&gt;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267F99"/>
                </a:solidFill>
                <a:latin typeface="Courier New" panose="02070309020205020404"/>
              </a:rPr>
              <a:t>Result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&lt;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(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)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,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SerError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&gt;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{</a:t>
            </a:r>
            <a:endParaRPr sz="1000">
              <a:solidFill>
                <a:srgbClr val="000000"/>
              </a:solidFill>
              <a:latin typeface="Courier New" panose="02070309020205020404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   </a:t>
            </a:r>
            <a:r>
              <a:rPr sz="1000">
                <a:solidFill>
                  <a:srgbClr val="AF00DB"/>
                </a:solidFill>
                <a:latin typeface="Courier New" panose="02070309020205020404"/>
              </a:rPr>
              <a:t>let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offset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=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267F99"/>
                </a:solidFill>
                <a:latin typeface="Courier New" panose="02070309020205020404"/>
              </a:rPr>
              <a:t>self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.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pos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-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267F99"/>
                </a:solidFill>
                <a:latin typeface="Courier New" panose="02070309020205020404"/>
              </a:rPr>
              <a:t>self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.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origin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;</a:t>
            </a:r>
            <a:endParaRPr sz="1000">
              <a:solidFill>
                <a:srgbClr val="000000"/>
              </a:solidFill>
              <a:latin typeface="Courier New" panose="02070309020205020404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   </a:t>
            </a:r>
            <a:r>
              <a:rPr sz="1000">
                <a:solidFill>
                  <a:srgbClr val="AF00DB"/>
                </a:solidFill>
                <a:latin typeface="Courier New" panose="02070309020205020404"/>
              </a:rPr>
              <a:t>let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padding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=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(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alignment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-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(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offset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%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alignment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)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)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%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alignment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;</a:t>
            </a:r>
            <a:endParaRPr sz="1000">
              <a:solidFill>
                <a:srgbClr val="000000"/>
              </a:solidFill>
              <a:latin typeface="Courier New" panose="02070309020205020404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   </a:t>
            </a:r>
            <a:r>
              <a:rPr sz="1000">
                <a:solidFill>
                  <a:srgbClr val="AF00DB"/>
                </a:solidFill>
                <a:latin typeface="Courier New" panose="02070309020205020404"/>
              </a:rPr>
              <a:t>if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267F99"/>
                </a:solidFill>
                <a:latin typeface="Courier New" panose="02070309020205020404"/>
              </a:rPr>
              <a:t>self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.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remaining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(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)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&lt;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padding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{</a:t>
            </a:r>
            <a:endParaRPr sz="1000">
              <a:solidFill>
                <a:srgbClr val="000000"/>
              </a:solidFill>
              <a:latin typeface="Courier New" panose="02070309020205020404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       </a:t>
            </a:r>
            <a:r>
              <a:rPr sz="1000">
                <a:solidFill>
                  <a:srgbClr val="AF00DB"/>
                </a:solidFill>
                <a:latin typeface="Courier New" panose="02070309020205020404"/>
              </a:rPr>
              <a:t>return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267F99"/>
                </a:solidFill>
                <a:latin typeface="Courier New" panose="02070309020205020404"/>
              </a:rPr>
              <a:t>Err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(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SerError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::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BufferTooSmall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)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;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6A9955"/>
                </a:solidFill>
                <a:latin typeface="Courier New" panose="02070309020205020404"/>
              </a:rPr>
              <a:t>// Caught, not UB</a:t>
            </a:r>
            <a:endParaRPr sz="1000">
              <a:solidFill>
                <a:srgbClr val="6A9955"/>
              </a:solidFill>
              <a:latin typeface="Courier New" panose="02070309020205020404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   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}</a:t>
            </a:r>
            <a:endParaRPr sz="1000">
              <a:solidFill>
                <a:srgbClr val="000000"/>
              </a:solidFill>
              <a:latin typeface="Courier New" panose="02070309020205020404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   </a:t>
            </a:r>
            <a:r>
              <a:rPr sz="1000">
                <a:solidFill>
                  <a:srgbClr val="AF00DB"/>
                </a:solidFill>
                <a:latin typeface="Courier New" panose="02070309020205020404"/>
              </a:rPr>
              <a:t>for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i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AF00DB"/>
                </a:solidFill>
                <a:latin typeface="Courier New" panose="02070309020205020404"/>
              </a:rPr>
              <a:t>in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098658"/>
                </a:solidFill>
                <a:latin typeface="Courier New" panose="02070309020205020404"/>
              </a:rPr>
              <a:t>0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..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padding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{</a:t>
            </a:r>
            <a:endParaRPr sz="1000">
              <a:solidFill>
                <a:srgbClr val="000000"/>
              </a:solidFill>
              <a:latin typeface="Courier New" panose="02070309020205020404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       </a:t>
            </a:r>
            <a:r>
              <a:rPr sz="1000">
                <a:solidFill>
                  <a:srgbClr val="267F99"/>
                </a:solidFill>
                <a:latin typeface="Courier New" panose="02070309020205020404"/>
              </a:rPr>
              <a:t>self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.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buf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[</a:t>
            </a:r>
            <a:r>
              <a:rPr sz="1000">
                <a:solidFill>
                  <a:srgbClr val="267F99"/>
                </a:solidFill>
                <a:latin typeface="Courier New" panose="02070309020205020404"/>
              </a:rPr>
              <a:t>self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.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pos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+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i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]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=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098658"/>
                </a:solidFill>
                <a:latin typeface="Courier New" panose="02070309020205020404"/>
              </a:rPr>
              <a:t>0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;</a:t>
            </a:r>
            <a:endParaRPr sz="1000">
              <a:solidFill>
                <a:srgbClr val="000000"/>
              </a:solidFill>
              <a:latin typeface="Courier New" panose="02070309020205020404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   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}</a:t>
            </a:r>
            <a:endParaRPr sz="1000">
              <a:solidFill>
                <a:srgbClr val="000000"/>
              </a:solidFill>
              <a:latin typeface="Courier New" panose="02070309020205020404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   </a:t>
            </a:r>
            <a:r>
              <a:rPr sz="1000">
                <a:solidFill>
                  <a:srgbClr val="267F99"/>
                </a:solidFill>
                <a:latin typeface="Courier New" panose="02070309020205020404"/>
              </a:rPr>
              <a:t>self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.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pos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+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=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padding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;</a:t>
            </a:r>
            <a:endParaRPr sz="1000">
              <a:solidFill>
                <a:srgbClr val="000000"/>
              </a:solidFill>
              <a:latin typeface="Courier New" panose="02070309020205020404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   </a:t>
            </a:r>
            <a:r>
              <a:rPr sz="1000">
                <a:solidFill>
                  <a:srgbClr val="267F99"/>
                </a:solidFill>
                <a:latin typeface="Courier New" panose="02070309020205020404"/>
              </a:rPr>
              <a:t>Ok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(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(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)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)</a:t>
            </a:r>
            <a:endParaRPr sz="1000">
              <a:solidFill>
                <a:srgbClr val="000000"/>
              </a:solidFill>
              <a:latin typeface="Courier New" panose="02070309020205020404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}</a:t>
            </a:r>
            <a:endParaRPr sz="1000">
              <a:solidFill>
                <a:srgbClr val="000000"/>
              </a:solidFill>
              <a:latin typeface="Courier New" panose="02070309020205020404"/>
            </a:endParaRP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200"/>
              <a:t>Buffer overflow is a compile-time-sized, runtime-checked error — never undefined behavior.</a:t>
            </a:r>
            <a:endParaRPr sz="120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/>
        </p:txBody>
      </p:sp>
    </p:spTree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Deterministic Executor Scheduling</a:t>
            </a:r>
            <a:endParaRPr sz="240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/>
              <a:t>The executor uses a fixed-size callback arena — no heap allocation during operation.</a:t>
            </a:r>
            <a:endParaRPr sz="1400"/>
          </a:p>
          <a:p>
            <a:pPr marL="0" indent="0">
              <a:spcBef>
                <a:spcPts val="600"/>
              </a:spcBef>
              <a:spcAft>
                <a:spcPts val="0"/>
              </a:spcAft>
              <a:buNone/>
            </a:pPr>
            <a:r>
              <a:rPr sz="1000">
                <a:solidFill>
                  <a:srgbClr val="A31115"/>
                </a:solidFill>
                <a:latin typeface="Courier New" panose="02070309020205020404"/>
              </a:rPr>
              <a:t>/// Type-erased callback metadata (no Box, no dyn Trait)</a:t>
            </a:r>
            <a:endParaRPr sz="1000">
              <a:solidFill>
                <a:srgbClr val="A31115"/>
              </a:solidFill>
              <a:latin typeface="Courier New" panose="02070309020205020404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AF00DB"/>
                </a:solidFill>
                <a:latin typeface="Courier New" panose="02070309020205020404"/>
              </a:rPr>
              <a:t>pub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(</a:t>
            </a:r>
            <a:r>
              <a:rPr sz="1000">
                <a:solidFill>
                  <a:srgbClr val="AF00DB"/>
                </a:solidFill>
                <a:latin typeface="Courier New" panose="02070309020205020404"/>
              </a:rPr>
              <a:t>crate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)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AF00DB"/>
                </a:solidFill>
                <a:latin typeface="Courier New" panose="02070309020205020404"/>
              </a:rPr>
              <a:t>struct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CallbackMeta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{</a:t>
            </a:r>
            <a:endParaRPr sz="1000">
              <a:solidFill>
                <a:srgbClr val="000000"/>
              </a:solidFill>
              <a:latin typeface="Courier New" panose="02070309020205020404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   </a:t>
            </a:r>
            <a:r>
              <a:rPr sz="1000">
                <a:solidFill>
                  <a:srgbClr val="AF00DB"/>
                </a:solidFill>
                <a:latin typeface="Courier New" panose="02070309020205020404"/>
              </a:rPr>
              <a:t>pub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(</a:t>
            </a:r>
            <a:r>
              <a:rPr sz="1000">
                <a:solidFill>
                  <a:srgbClr val="AF00DB"/>
                </a:solidFill>
                <a:latin typeface="Courier New" panose="02070309020205020404"/>
              </a:rPr>
              <a:t>crate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)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offset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: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267F99"/>
                </a:solidFill>
                <a:latin typeface="Courier New" panose="02070309020205020404"/>
              </a:rPr>
              <a:t>usize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,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         </a:t>
            </a:r>
            <a:r>
              <a:rPr sz="1000">
                <a:solidFill>
                  <a:srgbClr val="6A9955"/>
                </a:solidFill>
                <a:latin typeface="Courier New" panose="02070309020205020404"/>
              </a:rPr>
              <a:t>// Position in arena</a:t>
            </a:r>
            <a:endParaRPr sz="1000">
              <a:solidFill>
                <a:srgbClr val="6A9955"/>
              </a:solidFill>
              <a:latin typeface="Courier New" panose="02070309020205020404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   </a:t>
            </a:r>
            <a:r>
              <a:rPr sz="1000">
                <a:solidFill>
                  <a:srgbClr val="AF00DB"/>
                </a:solidFill>
                <a:latin typeface="Courier New" panose="02070309020205020404"/>
              </a:rPr>
              <a:t>pub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(</a:t>
            </a:r>
            <a:r>
              <a:rPr sz="1000">
                <a:solidFill>
                  <a:srgbClr val="AF00DB"/>
                </a:solidFill>
                <a:latin typeface="Courier New" panose="02070309020205020404"/>
              </a:rPr>
              <a:t>crate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)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kind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: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EntryKind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,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       </a:t>
            </a:r>
            <a:r>
              <a:rPr sz="1000">
                <a:solidFill>
                  <a:srgbClr val="6A9955"/>
                </a:solidFill>
                <a:latin typeface="Courier New" panose="02070309020205020404"/>
              </a:rPr>
              <a:t>// Sub / Srv / Timer / Action</a:t>
            </a:r>
            <a:endParaRPr sz="1000">
              <a:solidFill>
                <a:srgbClr val="6A9955"/>
              </a:solidFill>
              <a:latin typeface="Courier New" panose="02070309020205020404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   </a:t>
            </a:r>
            <a:r>
              <a:rPr sz="1000">
                <a:solidFill>
                  <a:srgbClr val="AF00DB"/>
                </a:solidFill>
                <a:latin typeface="Courier New" panose="02070309020205020404"/>
              </a:rPr>
              <a:t>pub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(</a:t>
            </a:r>
            <a:r>
              <a:rPr sz="1000">
                <a:solidFill>
                  <a:srgbClr val="AF00DB"/>
                </a:solidFill>
                <a:latin typeface="Courier New" panose="02070309020205020404"/>
              </a:rPr>
              <a:t>crate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)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try_process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:</a:t>
            </a:r>
            <a:endParaRPr sz="1000">
              <a:solidFill>
                <a:srgbClr val="000000"/>
              </a:solidFill>
              <a:latin typeface="Courier New" panose="02070309020205020404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       </a:t>
            </a:r>
            <a:r>
              <a:rPr sz="1000">
                <a:solidFill>
                  <a:srgbClr val="AF00DB"/>
                </a:solidFill>
                <a:latin typeface="Courier New" panose="02070309020205020404"/>
              </a:rPr>
              <a:t>unsafe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AF00DB"/>
                </a:solidFill>
                <a:latin typeface="Courier New" panose="02070309020205020404"/>
              </a:rPr>
              <a:t>fn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(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*</a:t>
            </a:r>
            <a:r>
              <a:rPr sz="1000">
                <a:solidFill>
                  <a:srgbClr val="AF00DB"/>
                </a:solidFill>
                <a:latin typeface="Courier New" panose="02070309020205020404"/>
              </a:rPr>
              <a:t>mut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267F99"/>
                </a:solidFill>
                <a:latin typeface="Courier New" panose="02070309020205020404"/>
              </a:rPr>
              <a:t>u8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,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267F99"/>
                </a:solidFill>
                <a:latin typeface="Courier New" panose="02070309020205020404"/>
              </a:rPr>
              <a:t>u64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)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-&gt;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267F99"/>
                </a:solidFill>
                <a:latin typeface="Courier New" panose="02070309020205020404"/>
              </a:rPr>
              <a:t>Result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&lt;</a:t>
            </a:r>
            <a:r>
              <a:rPr sz="1000">
                <a:solidFill>
                  <a:srgbClr val="267F99"/>
                </a:solidFill>
                <a:latin typeface="Courier New" panose="02070309020205020404"/>
              </a:rPr>
              <a:t>bool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,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TransportError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&gt;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,</a:t>
            </a:r>
            <a:endParaRPr sz="1000">
              <a:solidFill>
                <a:srgbClr val="000000"/>
              </a:solidFill>
              <a:latin typeface="Courier New" panose="02070309020205020404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   </a:t>
            </a:r>
            <a:r>
              <a:rPr sz="1000">
                <a:solidFill>
                  <a:srgbClr val="AF00DB"/>
                </a:solidFill>
                <a:latin typeface="Courier New" panose="02070309020205020404"/>
              </a:rPr>
              <a:t>pub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(</a:t>
            </a:r>
            <a:r>
              <a:rPr sz="1000">
                <a:solidFill>
                  <a:srgbClr val="AF00DB"/>
                </a:solidFill>
                <a:latin typeface="Courier New" panose="02070309020205020404"/>
              </a:rPr>
              <a:t>crate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)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has_data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: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 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unsafe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AF00DB"/>
                </a:solidFill>
                <a:latin typeface="Courier New" panose="02070309020205020404"/>
              </a:rPr>
              <a:t>fn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(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*</a:t>
            </a:r>
            <a:r>
              <a:rPr sz="1000">
                <a:solidFill>
                  <a:srgbClr val="AF00DB"/>
                </a:solidFill>
                <a:latin typeface="Courier New" panose="02070309020205020404"/>
              </a:rPr>
              <a:t>const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267F99"/>
                </a:solidFill>
                <a:latin typeface="Courier New" panose="02070309020205020404"/>
              </a:rPr>
              <a:t>u8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)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-&gt;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267F99"/>
                </a:solidFill>
                <a:latin typeface="Courier New" panose="02070309020205020404"/>
              </a:rPr>
              <a:t>bool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,</a:t>
            </a:r>
            <a:endParaRPr sz="1000">
              <a:solidFill>
                <a:srgbClr val="000000"/>
              </a:solidFill>
              <a:latin typeface="Courier New" panose="02070309020205020404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   </a:t>
            </a:r>
            <a:r>
              <a:rPr sz="1000">
                <a:solidFill>
                  <a:srgbClr val="AF00DB"/>
                </a:solidFill>
                <a:latin typeface="Courier New" panose="02070309020205020404"/>
              </a:rPr>
              <a:t>pub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(</a:t>
            </a:r>
            <a:r>
              <a:rPr sz="1000">
                <a:solidFill>
                  <a:srgbClr val="AF00DB"/>
                </a:solidFill>
                <a:latin typeface="Courier New" panose="02070309020205020404"/>
              </a:rPr>
              <a:t>crate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)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pre_sample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: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unsafe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AF00DB"/>
                </a:solidFill>
                <a:latin typeface="Courier New" panose="02070309020205020404"/>
              </a:rPr>
              <a:t>fn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(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*</a:t>
            </a:r>
            <a:r>
              <a:rPr sz="1000">
                <a:solidFill>
                  <a:srgbClr val="AF00DB"/>
                </a:solidFill>
                <a:latin typeface="Courier New" panose="02070309020205020404"/>
              </a:rPr>
              <a:t>mut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267F99"/>
                </a:solidFill>
                <a:latin typeface="Courier New" panose="02070309020205020404"/>
              </a:rPr>
              <a:t>u8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)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,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6A9955"/>
                </a:solidFill>
                <a:latin typeface="Courier New" panose="02070309020205020404"/>
              </a:rPr>
              <a:t>// LET pre-sampling</a:t>
            </a:r>
            <a:endParaRPr sz="1000">
              <a:solidFill>
                <a:srgbClr val="6A9955"/>
              </a:solidFill>
              <a:latin typeface="Courier New" panose="02070309020205020404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   </a:t>
            </a:r>
            <a:r>
              <a:rPr sz="1000">
                <a:solidFill>
                  <a:srgbClr val="AF00DB"/>
                </a:solidFill>
                <a:latin typeface="Courier New" panose="02070309020205020404"/>
              </a:rPr>
              <a:t>pub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(</a:t>
            </a:r>
            <a:r>
              <a:rPr sz="1000">
                <a:solidFill>
                  <a:srgbClr val="AF00DB"/>
                </a:solidFill>
                <a:latin typeface="Courier New" panose="02070309020205020404"/>
              </a:rPr>
              <a:t>crate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)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invocation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: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InvocationMode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,</a:t>
            </a:r>
            <a:endParaRPr sz="1000">
              <a:solidFill>
                <a:srgbClr val="000000"/>
              </a:solidFill>
              <a:latin typeface="Courier New" panose="02070309020205020404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   </a:t>
            </a:r>
            <a:r>
              <a:rPr sz="1000">
                <a:solidFill>
                  <a:srgbClr val="AF00DB"/>
                </a:solidFill>
                <a:latin typeface="Courier New" panose="02070309020205020404"/>
              </a:rPr>
              <a:t>pub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(</a:t>
            </a:r>
            <a:r>
              <a:rPr sz="1000">
                <a:solidFill>
                  <a:srgbClr val="AF00DB"/>
                </a:solidFill>
                <a:latin typeface="Courier New" panose="02070309020205020404"/>
              </a:rPr>
              <a:t>crate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)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drop_fn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: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   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unsafe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AF00DB"/>
                </a:solidFill>
                <a:latin typeface="Courier New" panose="02070309020205020404"/>
              </a:rPr>
              <a:t>fn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(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*</a:t>
            </a:r>
            <a:r>
              <a:rPr sz="1000">
                <a:solidFill>
                  <a:srgbClr val="AF00DB"/>
                </a:solidFill>
                <a:latin typeface="Courier New" panose="02070309020205020404"/>
              </a:rPr>
              <a:t>mut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267F99"/>
                </a:solidFill>
                <a:latin typeface="Courier New" panose="02070309020205020404"/>
              </a:rPr>
              <a:t>u8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)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,</a:t>
            </a:r>
            <a:endParaRPr sz="1000">
              <a:solidFill>
                <a:srgbClr val="000000"/>
              </a:solidFill>
              <a:latin typeface="Courier New" panose="02070309020205020404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}</a:t>
            </a:r>
            <a:endParaRPr sz="1000">
              <a:solidFill>
                <a:srgbClr val="000000"/>
              </a:solidFill>
              <a:latin typeface="Courier New" panose="02070309020205020404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/>
        </p:txBody>
      </p:sp>
    </p:spTree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Deterministic Executor — Inline Entries</a:t>
            </a:r>
            <a:endParaRPr sz="240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/>
              <a:t>Each callback entry is stored inline in the arena:</a:t>
            </a:r>
            <a:endParaRPr sz="1400"/>
          </a:p>
          <a:p>
            <a:pPr marL="0" indent="0">
              <a:spcBef>
                <a:spcPts val="600"/>
              </a:spcBef>
              <a:spcAft>
                <a:spcPts val="0"/>
              </a:spcAft>
              <a:buNone/>
            </a:pPr>
            <a:r>
              <a:rPr sz="1000">
                <a:solidFill>
                  <a:srgbClr val="6A9955"/>
                </a:solidFill>
                <a:latin typeface="Courier New" panose="02070309020205020404"/>
              </a:rPr>
              <a:t>#[</a:t>
            </a:r>
            <a:r>
              <a:rPr sz="1000">
                <a:solidFill>
                  <a:srgbClr val="6A9955"/>
                </a:solidFill>
                <a:latin typeface="Courier New" panose="02070309020205020404"/>
              </a:rPr>
              <a:t>repr(C)</a:t>
            </a:r>
            <a:r>
              <a:rPr sz="1000">
                <a:solidFill>
                  <a:srgbClr val="6A9955"/>
                </a:solidFill>
                <a:latin typeface="Courier New" panose="02070309020205020404"/>
              </a:rPr>
              <a:t>]</a:t>
            </a:r>
            <a:endParaRPr sz="1000">
              <a:solidFill>
                <a:srgbClr val="6A9955"/>
              </a:solidFill>
              <a:latin typeface="Courier New" panose="02070309020205020404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AF00DB"/>
                </a:solidFill>
                <a:latin typeface="Courier New" panose="02070309020205020404"/>
              </a:rPr>
              <a:t>pub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(</a:t>
            </a:r>
            <a:r>
              <a:rPr sz="1000">
                <a:solidFill>
                  <a:srgbClr val="AF00DB"/>
                </a:solidFill>
                <a:latin typeface="Courier New" panose="02070309020205020404"/>
              </a:rPr>
              <a:t>crate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)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AF00DB"/>
                </a:solidFill>
                <a:latin typeface="Courier New" panose="02070309020205020404"/>
              </a:rPr>
              <a:t>struct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SubInfoEntry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&lt;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M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,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F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,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AF00DB"/>
                </a:solidFill>
                <a:latin typeface="Courier New" panose="02070309020205020404"/>
              </a:rPr>
              <a:t>const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RX_BUF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: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267F99"/>
                </a:solidFill>
                <a:latin typeface="Courier New" panose="02070309020205020404"/>
              </a:rPr>
              <a:t>usize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&gt;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{</a:t>
            </a:r>
            <a:endParaRPr sz="1000">
              <a:solidFill>
                <a:srgbClr val="000000"/>
              </a:solidFill>
              <a:latin typeface="Courier New" panose="02070309020205020404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   </a:t>
            </a:r>
            <a:r>
              <a:rPr sz="1000">
                <a:solidFill>
                  <a:srgbClr val="AF00DB"/>
                </a:solidFill>
                <a:latin typeface="Courier New" panose="02070309020205020404"/>
              </a:rPr>
              <a:t>pub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(</a:t>
            </a:r>
            <a:r>
              <a:rPr sz="1000">
                <a:solidFill>
                  <a:srgbClr val="AF00DB"/>
                </a:solidFill>
                <a:latin typeface="Courier New" panose="02070309020205020404"/>
              </a:rPr>
              <a:t>crate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)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handle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: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RmwSubscriber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,</a:t>
            </a:r>
            <a:endParaRPr sz="1000">
              <a:solidFill>
                <a:srgbClr val="000000"/>
              </a:solidFill>
              <a:latin typeface="Courier New" panose="02070309020205020404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   </a:t>
            </a:r>
            <a:r>
              <a:rPr sz="1000">
                <a:solidFill>
                  <a:srgbClr val="AF00DB"/>
                </a:solidFill>
                <a:latin typeface="Courier New" panose="02070309020205020404"/>
              </a:rPr>
              <a:t>pub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(</a:t>
            </a:r>
            <a:r>
              <a:rPr sz="1000">
                <a:solidFill>
                  <a:srgbClr val="AF00DB"/>
                </a:solidFill>
                <a:latin typeface="Courier New" panose="02070309020205020404"/>
              </a:rPr>
              <a:t>crate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)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buffer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: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[</a:t>
            </a:r>
            <a:r>
              <a:rPr sz="1000">
                <a:solidFill>
                  <a:srgbClr val="267F99"/>
                </a:solidFill>
                <a:latin typeface="Courier New" panose="02070309020205020404"/>
              </a:rPr>
              <a:t>u8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;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RX_BUF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]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,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 </a:t>
            </a:r>
            <a:r>
              <a:rPr sz="1000">
                <a:solidFill>
                  <a:srgbClr val="6A9955"/>
                </a:solidFill>
                <a:latin typeface="Courier New" panose="02070309020205020404"/>
              </a:rPr>
              <a:t>// Static receive buffer</a:t>
            </a:r>
            <a:endParaRPr sz="1000">
              <a:solidFill>
                <a:srgbClr val="6A9955"/>
              </a:solidFill>
              <a:latin typeface="Courier New" panose="02070309020205020404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   </a:t>
            </a:r>
            <a:r>
              <a:rPr sz="1000">
                <a:solidFill>
                  <a:srgbClr val="AF00DB"/>
                </a:solidFill>
                <a:latin typeface="Courier New" panose="02070309020205020404"/>
              </a:rPr>
              <a:t>pub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(</a:t>
            </a:r>
            <a:r>
              <a:rPr sz="1000">
                <a:solidFill>
                  <a:srgbClr val="AF00DB"/>
                </a:solidFill>
                <a:latin typeface="Courier New" panose="02070309020205020404"/>
              </a:rPr>
              <a:t>crate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)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sampled_len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: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267F99"/>
                </a:solidFill>
                <a:latin typeface="Courier New" panose="02070309020205020404"/>
              </a:rPr>
              <a:t>usize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,</a:t>
            </a:r>
            <a:endParaRPr sz="1000">
              <a:solidFill>
                <a:srgbClr val="000000"/>
              </a:solidFill>
              <a:latin typeface="Courier New" panose="02070309020205020404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   </a:t>
            </a:r>
            <a:r>
              <a:rPr sz="1000">
                <a:solidFill>
                  <a:srgbClr val="AF00DB"/>
                </a:solidFill>
                <a:latin typeface="Courier New" panose="02070309020205020404"/>
              </a:rPr>
              <a:t>pub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(</a:t>
            </a:r>
            <a:r>
              <a:rPr sz="1000">
                <a:solidFill>
                  <a:srgbClr val="AF00DB"/>
                </a:solidFill>
                <a:latin typeface="Courier New" panose="02070309020205020404"/>
              </a:rPr>
              <a:t>crate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)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callback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: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F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,</a:t>
            </a:r>
            <a:endParaRPr sz="1000">
              <a:solidFill>
                <a:srgbClr val="000000"/>
              </a:solidFill>
              <a:latin typeface="Courier New" panose="02070309020205020404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   </a:t>
            </a:r>
            <a:r>
              <a:rPr sz="1000">
                <a:solidFill>
                  <a:srgbClr val="AF00DB"/>
                </a:solidFill>
                <a:latin typeface="Courier New" panose="02070309020205020404"/>
              </a:rPr>
              <a:t>pub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(</a:t>
            </a:r>
            <a:r>
              <a:rPr sz="1000">
                <a:solidFill>
                  <a:srgbClr val="AF00DB"/>
                </a:solidFill>
                <a:latin typeface="Courier New" panose="02070309020205020404"/>
              </a:rPr>
              <a:t>crate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)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_phantom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: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PhantomData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&lt;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M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&gt;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,</a:t>
            </a:r>
            <a:endParaRPr sz="1000">
              <a:solidFill>
                <a:srgbClr val="000000"/>
              </a:solidFill>
              <a:latin typeface="Courier New" panose="02070309020205020404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}</a:t>
            </a:r>
            <a:endParaRPr sz="1000">
              <a:solidFill>
                <a:srgbClr val="000000"/>
              </a:solidFill>
              <a:latin typeface="Courier New" panose="02070309020205020404"/>
            </a:endParaRP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400"/>
              <a:t>All sizes known at compile time. Arena capacity set via environment variables (NROS_EXECUTOR_MAX_CBS=64), enforced at build time.</a:t>
            </a:r>
            <a:endParaRPr sz="140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/>
        </p:txBody>
      </p:sp>
    </p:spTree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RTIC Integration — Hardware-Scheduled Tasks</a:t>
            </a:r>
            <a:endParaRPr sz="240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/>
              <a:t>On Cortex-M, nano-ros integrates with RTIC v2. No software scheduler — the NVIC enforces priorities.</a:t>
            </a:r>
            <a:endParaRPr sz="1400"/>
          </a:p>
          <a:p>
            <a:pPr marL="0" indent="0">
              <a:spcBef>
                <a:spcPts val="600"/>
              </a:spcBef>
              <a:spcAft>
                <a:spcPts val="0"/>
              </a:spcAft>
              <a:buNone/>
            </a:pPr>
            <a:r>
              <a:rPr sz="1000">
                <a:solidFill>
                  <a:srgbClr val="6A9955"/>
                </a:solidFill>
                <a:latin typeface="Courier New" panose="02070309020205020404"/>
              </a:rPr>
              <a:t>#![</a:t>
            </a:r>
            <a:r>
              <a:rPr sz="1000">
                <a:solidFill>
                  <a:srgbClr val="6A9955"/>
                </a:solidFill>
                <a:latin typeface="Courier New" panose="02070309020205020404"/>
              </a:rPr>
              <a:t>no_std</a:t>
            </a:r>
            <a:r>
              <a:rPr sz="1000">
                <a:solidFill>
                  <a:srgbClr val="6A9955"/>
                </a:solidFill>
                <a:latin typeface="Courier New" panose="02070309020205020404"/>
              </a:rPr>
              <a:t>]</a:t>
            </a:r>
            <a:endParaRPr sz="1000">
              <a:solidFill>
                <a:srgbClr val="6A9955"/>
              </a:solidFill>
              <a:latin typeface="Courier New" panose="02070309020205020404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6A9955"/>
                </a:solidFill>
                <a:latin typeface="Courier New" panose="02070309020205020404"/>
              </a:rPr>
              <a:t>#![</a:t>
            </a:r>
            <a:r>
              <a:rPr sz="1000">
                <a:solidFill>
                  <a:srgbClr val="6A9955"/>
                </a:solidFill>
                <a:latin typeface="Courier New" panose="02070309020205020404"/>
              </a:rPr>
              <a:t>no_main</a:t>
            </a:r>
            <a:r>
              <a:rPr sz="1000">
                <a:solidFill>
                  <a:srgbClr val="6A9955"/>
                </a:solidFill>
                <a:latin typeface="Courier New" panose="02070309020205020404"/>
              </a:rPr>
              <a:t>]</a:t>
            </a:r>
            <a:endParaRPr sz="1000">
              <a:solidFill>
                <a:srgbClr val="6A9955"/>
              </a:solidFill>
              <a:latin typeface="Courier New" panose="02070309020205020404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endParaRPr sz="1000">
              <a:solidFill>
                <a:srgbClr val="1A1A2E"/>
              </a:solidFill>
              <a:latin typeface="Courier New" panose="02070309020205020404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6A9955"/>
                </a:solidFill>
                <a:latin typeface="Courier New" panose="02070309020205020404"/>
              </a:rPr>
              <a:t>#[</a:t>
            </a:r>
            <a:r>
              <a:rPr sz="1000">
                <a:solidFill>
                  <a:srgbClr val="6A9955"/>
                </a:solidFill>
                <a:latin typeface="Courier New" panose="02070309020205020404"/>
              </a:rPr>
              <a:t>rtic::app(device = stm32f4xx_hal::pac,</a:t>
            </a:r>
            <a:endParaRPr sz="1000">
              <a:solidFill>
                <a:srgbClr val="6A9955"/>
              </a:solidFill>
              <a:latin typeface="Courier New" panose="02070309020205020404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           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dispatchers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=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[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USART1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,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USART2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]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)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]</a:t>
            </a:r>
            <a:endParaRPr sz="1000">
              <a:solidFill>
                <a:srgbClr val="000000"/>
              </a:solidFill>
              <a:latin typeface="Courier New" panose="02070309020205020404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AF00DB"/>
                </a:solidFill>
                <a:latin typeface="Courier New" panose="02070309020205020404"/>
              </a:rPr>
              <a:t>mod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app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{</a:t>
            </a:r>
            <a:endParaRPr sz="1000">
              <a:solidFill>
                <a:srgbClr val="000000"/>
              </a:solidFill>
              <a:latin typeface="Courier New" panose="02070309020205020404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   </a:t>
            </a:r>
            <a:r>
              <a:rPr sz="1000">
                <a:solidFill>
                  <a:srgbClr val="AF00DB"/>
                </a:solidFill>
                <a:latin typeface="Courier New" panose="02070309020205020404"/>
              </a:rPr>
              <a:t>use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nros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::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prelude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: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: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*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;</a:t>
            </a:r>
            <a:endParaRPr sz="1000">
              <a:solidFill>
                <a:srgbClr val="000000"/>
              </a:solidFill>
              <a:latin typeface="Courier New" panose="02070309020205020404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   </a:t>
            </a:r>
            <a:r>
              <a:rPr sz="1000">
                <a:solidFill>
                  <a:srgbClr val="AF00DB"/>
                </a:solidFill>
                <a:latin typeface="Courier New" panose="02070309020205020404"/>
              </a:rPr>
              <a:t>use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std_msgs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::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msg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::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Int32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;</a:t>
            </a:r>
            <a:endParaRPr sz="1000">
              <a:solidFill>
                <a:srgbClr val="000000"/>
              </a:solidFill>
              <a:latin typeface="Courier New" panose="02070309020205020404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endParaRPr sz="1000">
              <a:solidFill>
                <a:srgbClr val="1A1A2E"/>
              </a:solidFill>
              <a:latin typeface="Courier New" panose="02070309020205020404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   </a:t>
            </a:r>
            <a:r>
              <a:rPr sz="1000">
                <a:solidFill>
                  <a:srgbClr val="6A9955"/>
                </a:solidFill>
                <a:latin typeface="Courier New" panose="02070309020205020404"/>
              </a:rPr>
              <a:t>#[</a:t>
            </a:r>
            <a:r>
              <a:rPr sz="1000">
                <a:solidFill>
                  <a:srgbClr val="6A9955"/>
                </a:solidFill>
                <a:latin typeface="Courier New" panose="02070309020205020404"/>
              </a:rPr>
              <a:t>local</a:t>
            </a:r>
            <a:r>
              <a:rPr sz="1000">
                <a:solidFill>
                  <a:srgbClr val="6A9955"/>
                </a:solidFill>
                <a:latin typeface="Courier New" panose="02070309020205020404"/>
              </a:rPr>
              <a:t>]</a:t>
            </a:r>
            <a:endParaRPr sz="1000">
              <a:solidFill>
                <a:srgbClr val="6A9955"/>
              </a:solidFill>
              <a:latin typeface="Courier New" panose="02070309020205020404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   </a:t>
            </a:r>
            <a:r>
              <a:rPr sz="1000">
                <a:solidFill>
                  <a:srgbClr val="AF00DB"/>
                </a:solidFill>
                <a:latin typeface="Courier New" panose="02070309020205020404"/>
              </a:rPr>
              <a:t>struct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Local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{</a:t>
            </a:r>
            <a:endParaRPr sz="1000">
              <a:solidFill>
                <a:srgbClr val="000000"/>
              </a:solidFill>
              <a:latin typeface="Courier New" panose="02070309020205020404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       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executor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: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Executor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,</a:t>
            </a:r>
            <a:endParaRPr sz="1000">
              <a:solidFill>
                <a:srgbClr val="000000"/>
              </a:solidFill>
              <a:latin typeface="Courier New" panose="02070309020205020404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       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publisher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: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EmbeddedPublisher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&lt;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Int32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&gt;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,</a:t>
            </a:r>
            <a:endParaRPr sz="1000">
              <a:solidFill>
                <a:srgbClr val="000000"/>
              </a:solidFill>
              <a:latin typeface="Courier New" panose="02070309020205020404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   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}</a:t>
            </a:r>
            <a:endParaRPr sz="1000">
              <a:solidFill>
                <a:srgbClr val="000000"/>
              </a:solidFill>
              <a:latin typeface="Courier New" panose="02070309020205020404"/>
            </a:endParaRP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200"/>
              <a:t>All handles are #[local] — no locks required.</a:t>
            </a:r>
            <a:endParaRPr sz="120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/>
        </p:txBody>
      </p:sp>
    </p:spTree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RTIC Integration — Async Task</a:t>
            </a:r>
            <a:endParaRPr sz="240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/>
              <a:t>RTIC async tasks run on hardware priorities — no OS scheduler:</a:t>
            </a:r>
            <a:endParaRPr sz="1400"/>
          </a:p>
          <a:p>
            <a:pPr marL="0" indent="0">
              <a:spcBef>
                <a:spcPts val="600"/>
              </a:spcBef>
              <a:spcAft>
                <a:spcPts val="0"/>
              </a:spcAft>
              <a:buNone/>
            </a:pP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   </a:t>
            </a:r>
            <a:r>
              <a:rPr sz="1000">
                <a:solidFill>
                  <a:srgbClr val="6A9955"/>
                </a:solidFill>
                <a:latin typeface="Courier New" panose="02070309020205020404"/>
              </a:rPr>
              <a:t>#[</a:t>
            </a:r>
            <a:r>
              <a:rPr sz="1000">
                <a:solidFill>
                  <a:srgbClr val="6A9955"/>
                </a:solidFill>
                <a:latin typeface="Courier New" panose="02070309020205020404"/>
              </a:rPr>
              <a:t>task(local = </a:t>
            </a:r>
            <a:r>
              <a:rPr sz="1000">
                <a:solidFill>
                  <a:srgbClr val="6A9955"/>
                </a:solidFill>
                <a:latin typeface="Courier New" panose="02070309020205020404"/>
              </a:rPr>
              <a:t>[</a:t>
            </a:r>
            <a:r>
              <a:rPr sz="1000">
                <a:solidFill>
                  <a:srgbClr val="6A9955"/>
                </a:solidFill>
                <a:latin typeface="Courier New" panose="02070309020205020404"/>
              </a:rPr>
              <a:t>executor</a:t>
            </a:r>
            <a:r>
              <a:rPr sz="1000">
                <a:solidFill>
                  <a:srgbClr val="6A9955"/>
                </a:solidFill>
                <a:latin typeface="Courier New" panose="02070309020205020404"/>
              </a:rPr>
              <a:t>]</a:t>
            </a:r>
            <a:r>
              <a:rPr sz="1000">
                <a:solidFill>
                  <a:srgbClr val="6A9955"/>
                </a:solidFill>
                <a:latin typeface="Courier New" panose="02070309020205020404"/>
              </a:rPr>
              <a:t>, priority = 1)</a:t>
            </a:r>
            <a:r>
              <a:rPr sz="1000">
                <a:solidFill>
                  <a:srgbClr val="6A9955"/>
                </a:solidFill>
                <a:latin typeface="Courier New" panose="02070309020205020404"/>
              </a:rPr>
              <a:t>]</a:t>
            </a:r>
            <a:endParaRPr sz="1000">
              <a:solidFill>
                <a:srgbClr val="6A9955"/>
              </a:solidFill>
              <a:latin typeface="Courier New" panose="02070309020205020404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   </a:t>
            </a:r>
            <a:r>
              <a:rPr sz="1000">
                <a:solidFill>
                  <a:srgbClr val="AF00DB"/>
                </a:solidFill>
                <a:latin typeface="Courier New" panose="02070309020205020404"/>
              </a:rPr>
              <a:t>async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AF00DB"/>
                </a:solidFill>
                <a:latin typeface="Courier New" panose="02070309020205020404"/>
              </a:rPr>
              <a:t>fn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795E26"/>
                </a:solidFill>
                <a:latin typeface="Courier New" panose="02070309020205020404"/>
              </a:rPr>
              <a:t>net_poll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(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cx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: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net_poll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::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Context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)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{</a:t>
            </a:r>
            <a:endParaRPr sz="1000">
              <a:solidFill>
                <a:srgbClr val="000000"/>
              </a:solidFill>
              <a:latin typeface="Courier New" panose="02070309020205020404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       </a:t>
            </a:r>
            <a:r>
              <a:rPr sz="1000">
                <a:solidFill>
                  <a:srgbClr val="AF00DB"/>
                </a:solidFill>
                <a:latin typeface="Courier New" panose="02070309020205020404"/>
              </a:rPr>
              <a:t>loop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{</a:t>
            </a:r>
            <a:endParaRPr sz="1000">
              <a:solidFill>
                <a:srgbClr val="000000"/>
              </a:solidFill>
              <a:latin typeface="Courier New" panose="02070309020205020404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           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cx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.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local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.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executor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.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spin_once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(</a:t>
            </a:r>
            <a:r>
              <a:rPr sz="1000">
                <a:solidFill>
                  <a:srgbClr val="098658"/>
                </a:solidFill>
                <a:latin typeface="Courier New" panose="02070309020205020404"/>
              </a:rPr>
              <a:t>0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)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;</a:t>
            </a:r>
            <a:endParaRPr sz="1000">
              <a:solidFill>
                <a:srgbClr val="000000"/>
              </a:solidFill>
              <a:latin typeface="Courier New" panose="02070309020205020404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           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Mono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::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delay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(</a:t>
            </a:r>
            <a:r>
              <a:rPr sz="1000">
                <a:solidFill>
                  <a:srgbClr val="098658"/>
                </a:solidFill>
                <a:latin typeface="Courier New" panose="02070309020205020404"/>
              </a:rPr>
              <a:t>10.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millis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(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)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)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.</a:t>
            </a:r>
            <a:r>
              <a:rPr sz="1000">
                <a:solidFill>
                  <a:srgbClr val="AF00DB"/>
                </a:solidFill>
                <a:latin typeface="Courier New" panose="02070309020205020404"/>
              </a:rPr>
              <a:t>await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;</a:t>
            </a:r>
            <a:endParaRPr sz="1000">
              <a:solidFill>
                <a:srgbClr val="000000"/>
              </a:solidFill>
              <a:latin typeface="Courier New" panose="02070309020205020404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       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}</a:t>
            </a:r>
            <a:endParaRPr sz="1000">
              <a:solidFill>
                <a:srgbClr val="000000"/>
              </a:solidFill>
              <a:latin typeface="Courier New" panose="02070309020205020404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   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}</a:t>
            </a:r>
            <a:endParaRPr sz="1000">
              <a:solidFill>
                <a:srgbClr val="000000"/>
              </a:solidFill>
              <a:latin typeface="Courier New" panose="02070309020205020404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endParaRPr sz="1000">
              <a:solidFill>
                <a:srgbClr val="1A1A2E"/>
              </a:solidFill>
              <a:latin typeface="Courier New" panose="02070309020205020404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   </a:t>
            </a:r>
            <a:r>
              <a:rPr sz="1000">
                <a:solidFill>
                  <a:srgbClr val="6A9955"/>
                </a:solidFill>
                <a:latin typeface="Courier New" panose="02070309020205020404"/>
              </a:rPr>
              <a:t>#[</a:t>
            </a:r>
            <a:r>
              <a:rPr sz="1000">
                <a:solidFill>
                  <a:srgbClr val="6A9955"/>
                </a:solidFill>
                <a:latin typeface="Courier New" panose="02070309020205020404"/>
              </a:rPr>
              <a:t>task(local = </a:t>
            </a:r>
            <a:r>
              <a:rPr sz="1000">
                <a:solidFill>
                  <a:srgbClr val="6A9955"/>
                </a:solidFill>
                <a:latin typeface="Courier New" panose="02070309020205020404"/>
              </a:rPr>
              <a:t>[</a:t>
            </a:r>
            <a:r>
              <a:rPr sz="1000">
                <a:solidFill>
                  <a:srgbClr val="6A9955"/>
                </a:solidFill>
                <a:latin typeface="Courier New" panose="02070309020205020404"/>
              </a:rPr>
              <a:t>publisher</a:t>
            </a:r>
            <a:r>
              <a:rPr sz="1000">
                <a:solidFill>
                  <a:srgbClr val="6A9955"/>
                </a:solidFill>
                <a:latin typeface="Courier New" panose="02070309020205020404"/>
              </a:rPr>
              <a:t>]</a:t>
            </a:r>
            <a:r>
              <a:rPr sz="1000">
                <a:solidFill>
                  <a:srgbClr val="6A9955"/>
                </a:solidFill>
                <a:latin typeface="Courier New" panose="02070309020205020404"/>
              </a:rPr>
              <a:t>, priority = 1)</a:t>
            </a:r>
            <a:r>
              <a:rPr sz="1000">
                <a:solidFill>
                  <a:srgbClr val="6A9955"/>
                </a:solidFill>
                <a:latin typeface="Courier New" panose="02070309020205020404"/>
              </a:rPr>
              <a:t>]</a:t>
            </a:r>
            <a:endParaRPr sz="1000">
              <a:solidFill>
                <a:srgbClr val="6A9955"/>
              </a:solidFill>
              <a:latin typeface="Courier New" panose="02070309020205020404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   </a:t>
            </a:r>
            <a:r>
              <a:rPr sz="1000">
                <a:solidFill>
                  <a:srgbClr val="AF00DB"/>
                </a:solidFill>
                <a:latin typeface="Courier New" panose="02070309020205020404"/>
              </a:rPr>
              <a:t>async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AF00DB"/>
                </a:solidFill>
                <a:latin typeface="Courier New" panose="02070309020205020404"/>
              </a:rPr>
              <a:t>fn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795E26"/>
                </a:solidFill>
                <a:latin typeface="Courier New" panose="02070309020205020404"/>
              </a:rPr>
              <a:t>publish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(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cx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: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publish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::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Context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)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{</a:t>
            </a:r>
            <a:endParaRPr sz="1000">
              <a:solidFill>
                <a:srgbClr val="000000"/>
              </a:solidFill>
              <a:latin typeface="Courier New" panose="02070309020205020404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       </a:t>
            </a:r>
            <a:r>
              <a:rPr sz="1000">
                <a:solidFill>
                  <a:srgbClr val="AF00DB"/>
                </a:solidFill>
                <a:latin typeface="Courier New" panose="02070309020205020404"/>
              </a:rPr>
              <a:t>let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AF00DB"/>
                </a:solidFill>
                <a:latin typeface="Courier New" panose="02070309020205020404"/>
              </a:rPr>
              <a:t>mut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counter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: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267F99"/>
                </a:solidFill>
                <a:latin typeface="Courier New" panose="02070309020205020404"/>
              </a:rPr>
              <a:t>i32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=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098658"/>
                </a:solidFill>
                <a:latin typeface="Courier New" panose="02070309020205020404"/>
              </a:rPr>
              <a:t>0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;</a:t>
            </a:r>
            <a:endParaRPr sz="1000">
              <a:solidFill>
                <a:srgbClr val="000000"/>
              </a:solidFill>
              <a:latin typeface="Courier New" panose="02070309020205020404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       </a:t>
            </a:r>
            <a:r>
              <a:rPr sz="1000">
                <a:solidFill>
                  <a:srgbClr val="AF00DB"/>
                </a:solidFill>
                <a:latin typeface="Courier New" panose="02070309020205020404"/>
              </a:rPr>
              <a:t>loop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{</a:t>
            </a:r>
            <a:endParaRPr sz="1000">
              <a:solidFill>
                <a:srgbClr val="000000"/>
              </a:solidFill>
              <a:latin typeface="Courier New" panose="02070309020205020404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           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counter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=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counter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.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wrapping_add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(</a:t>
            </a:r>
            <a:r>
              <a:rPr sz="1000">
                <a:solidFill>
                  <a:srgbClr val="098658"/>
                </a:solidFill>
                <a:latin typeface="Courier New" panose="02070309020205020404"/>
              </a:rPr>
              <a:t>1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)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;</a:t>
            </a:r>
            <a:endParaRPr sz="1000">
              <a:solidFill>
                <a:srgbClr val="000000"/>
              </a:solidFill>
              <a:latin typeface="Courier New" panose="02070309020205020404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           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cx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.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local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.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publisher</a:t>
            </a:r>
            <a:endParaRPr sz="1000">
              <a:solidFill>
                <a:srgbClr val="0070C1"/>
              </a:solidFill>
              <a:latin typeface="Courier New" panose="02070309020205020404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               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.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publish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(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&amp;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Int32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{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data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: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counter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}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)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.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ok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(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)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;</a:t>
            </a:r>
            <a:endParaRPr sz="1000">
              <a:solidFill>
                <a:srgbClr val="000000"/>
              </a:solidFill>
              <a:latin typeface="Courier New" panose="02070309020205020404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           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Mono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::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delay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(</a:t>
            </a:r>
            <a:r>
              <a:rPr sz="1000">
                <a:solidFill>
                  <a:srgbClr val="098658"/>
                </a:solidFill>
                <a:latin typeface="Courier New" panose="02070309020205020404"/>
              </a:rPr>
              <a:t>1000.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millis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(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)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)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.</a:t>
            </a:r>
            <a:r>
              <a:rPr sz="1000">
                <a:solidFill>
                  <a:srgbClr val="AF00DB"/>
                </a:solidFill>
                <a:latin typeface="Courier New" panose="02070309020205020404"/>
              </a:rPr>
              <a:t>await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;</a:t>
            </a:r>
            <a:endParaRPr sz="1000">
              <a:solidFill>
                <a:srgbClr val="000000"/>
              </a:solidFill>
              <a:latin typeface="Courier New" panose="02070309020205020404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       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}</a:t>
            </a:r>
            <a:endParaRPr sz="1000">
              <a:solidFill>
                <a:srgbClr val="000000"/>
              </a:solidFill>
              <a:latin typeface="Courier New" panose="02070309020205020404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   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}</a:t>
            </a:r>
            <a:endParaRPr sz="1000">
              <a:solidFill>
                <a:srgbClr val="000000"/>
              </a:solidFill>
              <a:latin typeface="Courier New" panose="02070309020205020404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}</a:t>
            </a:r>
            <a:endParaRPr sz="1000">
              <a:solidFill>
                <a:srgbClr val="000000"/>
              </a:solidFill>
              <a:latin typeface="Courier New" panose="02070309020205020404"/>
            </a:endParaRP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200"/>
              <a:t>RTIC guarantees data-race freedom through ownership, not mutexes.</a:t>
            </a:r>
            <a:endParaRPr sz="120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/>
        </p:txBody>
      </p:sp>
    </p:spTree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E2E Safety Protocol (EN 50159)</a:t>
            </a:r>
            <a:endParaRPr sz="240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/>
              <a:t>nano-ros treats the transport as an untrusted black channel.</a:t>
            </a:r>
            <a:endParaRPr sz="1400"/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400"/>
              <a:t>Enabled via a single feature flag:</a:t>
            </a:r>
            <a:endParaRPr sz="1400"/>
          </a:p>
          <a:p>
            <a:pPr marL="0" indent="0">
              <a:spcBef>
                <a:spcPts val="600"/>
              </a:spcBef>
              <a:spcAft>
                <a:spcPts val="0"/>
              </a:spcAft>
              <a:buNone/>
            </a:pP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safety-e2e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=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[</a:t>
            </a:r>
            <a:r>
              <a:rPr sz="1000">
                <a:solidFill>
                  <a:srgbClr val="A31115"/>
                </a:solidFill>
                <a:latin typeface="Courier New" panose="02070309020205020404"/>
              </a:rPr>
              <a:t>"</a:t>
            </a:r>
            <a:r>
              <a:rPr sz="1000">
                <a:solidFill>
                  <a:srgbClr val="A31115"/>
                </a:solidFill>
                <a:latin typeface="Courier New" panose="02070309020205020404"/>
              </a:rPr>
              <a:t>nros-rmw/safety-e2e</a:t>
            </a:r>
            <a:r>
              <a:rPr sz="1000">
                <a:solidFill>
                  <a:srgbClr val="A31115"/>
                </a:solidFill>
                <a:latin typeface="Courier New" panose="02070309020205020404"/>
              </a:rPr>
              <a:t>"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,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A31115"/>
                </a:solidFill>
                <a:latin typeface="Courier New" panose="02070309020205020404"/>
              </a:rPr>
              <a:t>"</a:t>
            </a:r>
            <a:r>
              <a:rPr sz="1000">
                <a:solidFill>
                  <a:srgbClr val="A31115"/>
                </a:solidFill>
                <a:latin typeface="Courier New" panose="02070309020205020404"/>
              </a:rPr>
              <a:t>nros-rmw-zenoh?/safety-e2e</a:t>
            </a:r>
            <a:r>
              <a:rPr sz="1000">
                <a:solidFill>
                  <a:srgbClr val="A31115"/>
                </a:solidFill>
                <a:latin typeface="Courier New" panose="02070309020205020404"/>
              </a:rPr>
              <a:t>"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]</a:t>
            </a:r>
            <a:endParaRPr sz="1000">
              <a:solidFill>
                <a:srgbClr val="000000"/>
              </a:solidFill>
              <a:latin typeface="Courier New" panose="02070309020205020404"/>
            </a:endParaRPr>
          </a:p>
          <a:p>
            <a:pPr marL="0" indent="0">
              <a:spcBef>
                <a:spcPts val="600"/>
              </a:spcBef>
              <a:spcAft>
                <a:spcPts val="0"/>
              </a:spcAft>
              <a:buNone/>
            </a:pPr>
            <a:r>
              <a:rPr sz="1000">
                <a:solidFill>
                  <a:srgbClr val="795E26"/>
                </a:solidFill>
                <a:latin typeface="Courier New" panose="02070309020205020404"/>
              </a:rPr>
              <a:t>assert!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(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output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.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matches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(</a:t>
            </a:r>
            <a:r>
              <a:rPr sz="1000">
                <a:solidFill>
                  <a:srgbClr val="A31115"/>
                </a:solidFill>
                <a:latin typeface="Courier New" panose="02070309020205020404"/>
              </a:rPr>
              <a:t>"</a:t>
            </a:r>
            <a:r>
              <a:rPr sz="1000">
                <a:solidFill>
                  <a:srgbClr val="A31115"/>
                </a:solidFill>
                <a:latin typeface="Courier New" panose="02070309020205020404"/>
              </a:rPr>
              <a:t>crc=ok</a:t>
            </a:r>
            <a:r>
              <a:rPr sz="1000">
                <a:solidFill>
                  <a:srgbClr val="A31115"/>
                </a:solidFill>
                <a:latin typeface="Courier New" panose="02070309020205020404"/>
              </a:rPr>
              <a:t>"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)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.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count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(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)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&gt;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=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098658"/>
                </a:solidFill>
                <a:latin typeface="Courier New" panose="02070309020205020404"/>
              </a:rPr>
              <a:t>3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)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;</a:t>
            </a:r>
            <a:endParaRPr sz="1000">
              <a:solidFill>
                <a:srgbClr val="000000"/>
              </a:solidFill>
              <a:latin typeface="Courier New" panose="02070309020205020404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795E26"/>
                </a:solidFill>
                <a:latin typeface="Courier New" panose="02070309020205020404"/>
              </a:rPr>
              <a:t>assert_eq!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(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output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.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matches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(</a:t>
            </a:r>
            <a:r>
              <a:rPr sz="1000">
                <a:solidFill>
                  <a:srgbClr val="A31115"/>
                </a:solidFill>
                <a:latin typeface="Courier New" panose="02070309020205020404"/>
              </a:rPr>
              <a:t>"</a:t>
            </a:r>
            <a:r>
              <a:rPr sz="1000">
                <a:solidFill>
                  <a:srgbClr val="A31115"/>
                </a:solidFill>
                <a:latin typeface="Courier New" panose="02070309020205020404"/>
              </a:rPr>
              <a:t>crc=FAIL</a:t>
            </a:r>
            <a:r>
              <a:rPr sz="1000">
                <a:solidFill>
                  <a:srgbClr val="A31115"/>
                </a:solidFill>
                <a:latin typeface="Courier New" panose="02070309020205020404"/>
              </a:rPr>
              <a:t>"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)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.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count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(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)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,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098658"/>
                </a:solidFill>
                <a:latin typeface="Courier New" panose="02070309020205020404"/>
              </a:rPr>
              <a:t>0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)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;</a:t>
            </a:r>
            <a:endParaRPr sz="1000">
              <a:solidFill>
                <a:srgbClr val="000000"/>
              </a:solidFill>
              <a:latin typeface="Courier New" panose="02070309020205020404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795E26"/>
                </a:solidFill>
                <a:latin typeface="Courier New" panose="02070309020205020404"/>
              </a:rPr>
              <a:t>assert!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(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output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.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matches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(</a:t>
            </a:r>
            <a:r>
              <a:rPr sz="1000">
                <a:solidFill>
                  <a:srgbClr val="A31115"/>
                </a:solidFill>
                <a:latin typeface="Courier New" panose="02070309020205020404"/>
              </a:rPr>
              <a:t>"</a:t>
            </a:r>
            <a:r>
              <a:rPr sz="1000">
                <a:solidFill>
                  <a:srgbClr val="A31115"/>
                </a:solidFill>
                <a:latin typeface="Courier New" panose="02070309020205020404"/>
              </a:rPr>
              <a:t>seq_gap=0</a:t>
            </a:r>
            <a:r>
              <a:rPr sz="1000">
                <a:solidFill>
                  <a:srgbClr val="A31115"/>
                </a:solidFill>
                <a:latin typeface="Courier New" panose="02070309020205020404"/>
              </a:rPr>
              <a:t>"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)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.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count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(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)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&gt;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=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098658"/>
                </a:solidFill>
                <a:latin typeface="Courier New" panose="02070309020205020404"/>
              </a:rPr>
              <a:t>3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)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;</a:t>
            </a:r>
            <a:endParaRPr sz="1000">
              <a:solidFill>
                <a:srgbClr val="000000"/>
              </a:solidFill>
              <a:latin typeface="Courier New" panose="02070309020205020404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/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828800"/>
          <a:ext cx="82296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2331720"/>
                <a:gridCol w="4251960"/>
              </a:tblGrid>
              <a:tr h="274320"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 panose="020F0502020204030204"/>
                        </a:defRPr>
                      </a:pPr>
                      <a:r>
                        <a:rPr sz="1000" b="1">
                          <a:latin typeface="Calibri" panose="020F0502020204030204"/>
                        </a:rPr>
                        <a:t>Threat</a:t>
                      </a:r>
                      <a:endParaRPr sz="1000" b="1">
                        <a:latin typeface="Calibri" panose="020F0502020204030204"/>
                      </a:endParaRP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 panose="020F0502020204030204"/>
                        </a:defRPr>
                      </a:pPr>
                      <a:r>
                        <a:rPr sz="1000" b="1">
                          <a:latin typeface="Calibri" panose="020F0502020204030204"/>
                        </a:rPr>
                        <a:t>Defense</a:t>
                      </a:r>
                      <a:endParaRPr sz="1000" b="1">
                        <a:latin typeface="Calibri" panose="020F0502020204030204"/>
                      </a:endParaRP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 panose="020F0502020204030204"/>
                        </a:defRPr>
                      </a:pPr>
                      <a:r>
                        <a:rPr sz="1000" b="1">
                          <a:latin typeface="Calibri" panose="020F0502020204030204"/>
                        </a:rPr>
                        <a:t>Implementation</a:t>
                      </a:r>
                      <a:endParaRPr sz="1000" b="1">
                        <a:latin typeface="Calibri" panose="020F0502020204030204"/>
                      </a:endParaRPr>
                    </a:p>
                  </a:txBody>
                  <a:tcPr marL="50800" marR="50800" marT="25400" marB="25400"/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 panose="020F0502020204030204"/>
                        </a:defRPr>
                      </a:pPr>
                      <a:r>
                        <a:rPr sz="1000">
                          <a:latin typeface="Calibri" panose="020F0502020204030204"/>
                        </a:rPr>
                        <a:t>Corruption</a:t>
                      </a:r>
                      <a:endParaRPr sz="1000">
                        <a:latin typeface="Calibri" panose="020F0502020204030204"/>
                      </a:endParaRP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 panose="020F0502020204030204"/>
                        </a:defRPr>
                      </a:pPr>
                      <a:r>
                        <a:rPr sz="1000">
                          <a:latin typeface="Calibri" panose="020F0502020204030204"/>
                        </a:rPr>
                        <a:t>CRC-32</a:t>
                      </a:r>
                      <a:endParaRPr sz="1000">
                        <a:latin typeface="Calibri" panose="020F0502020204030204"/>
                      </a:endParaRP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 panose="020F0502020204030204"/>
                        </a:defRPr>
                      </a:pPr>
                      <a:r>
                        <a:rPr sz="1000">
                          <a:latin typeface="Calibri" panose="020F0502020204030204"/>
                        </a:rPr>
                        <a:t>Over CDR payload, in attachment</a:t>
                      </a:r>
                      <a:endParaRPr sz="1000">
                        <a:latin typeface="Calibri" panose="020F0502020204030204"/>
                      </a:endParaRPr>
                    </a:p>
                  </a:txBody>
                  <a:tcPr marL="50800" marR="50800" marT="25400" marB="25400"/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 panose="020F0502020204030204"/>
                        </a:defRPr>
                      </a:pPr>
                      <a:r>
                        <a:rPr sz="1000">
                          <a:latin typeface="Calibri" panose="020F0502020204030204"/>
                        </a:rPr>
                        <a:t>Repetition</a:t>
                      </a:r>
                      <a:endParaRPr sz="1000">
                        <a:latin typeface="Calibri" panose="020F0502020204030204"/>
                      </a:endParaRP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 panose="020F0502020204030204"/>
                        </a:defRPr>
                      </a:pPr>
                      <a:r>
                        <a:rPr sz="1000">
                          <a:latin typeface="Calibri" panose="020F0502020204030204"/>
                        </a:rPr>
                        <a:t>Sequence number</a:t>
                      </a:r>
                      <a:endParaRPr sz="1000">
                        <a:latin typeface="Calibri" panose="020F0502020204030204"/>
                      </a:endParaRP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 panose="020F0502020204030204"/>
                        </a:defRPr>
                      </a:pPr>
                      <a:r>
                        <a:rPr sz="1000">
                          <a:latin typeface="Calibri" panose="020F0502020204030204"/>
                        </a:rPr>
                        <a:t>Subscriber tracks expected seq</a:t>
                      </a:r>
                      <a:endParaRPr sz="1000">
                        <a:latin typeface="Calibri" panose="020F0502020204030204"/>
                      </a:endParaRPr>
                    </a:p>
                  </a:txBody>
                  <a:tcPr marL="50800" marR="50800" marT="25400" marB="25400"/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 panose="020F0502020204030204"/>
                        </a:defRPr>
                      </a:pPr>
                      <a:r>
                        <a:rPr sz="1000">
                          <a:latin typeface="Calibri" panose="020F0502020204030204"/>
                        </a:rPr>
                        <a:t>Deletion</a:t>
                      </a:r>
                      <a:endParaRPr sz="1000">
                        <a:latin typeface="Calibri" panose="020F0502020204030204"/>
                      </a:endParaRP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 panose="020F0502020204030204"/>
                        </a:defRPr>
                      </a:pPr>
                      <a:r>
                        <a:rPr sz="1000">
                          <a:latin typeface="Calibri" panose="020F0502020204030204"/>
                        </a:rPr>
                        <a:t>Seq gap detection</a:t>
                      </a:r>
                      <a:endParaRPr sz="1000">
                        <a:latin typeface="Calibri" panose="020F0502020204030204"/>
                      </a:endParaRP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 panose="020F0502020204030204"/>
                        </a:defRPr>
                      </a:pPr>
                      <a:r>
                        <a:rPr sz="1000">
                          <a:latin typeface="Calibri" panose="020F0502020204030204"/>
                        </a:rPr>
                        <a:t>Gap &gt; 0 flagged immediately</a:t>
                      </a:r>
                      <a:endParaRPr sz="1000">
                        <a:latin typeface="Calibri" panose="020F0502020204030204"/>
                      </a:endParaRPr>
                    </a:p>
                  </a:txBody>
                  <a:tcPr marL="50800" marR="50800" marT="25400" marB="25400"/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 panose="020F0502020204030204"/>
                        </a:defRPr>
                      </a:pPr>
                      <a:r>
                        <a:rPr sz="1000">
                          <a:latin typeface="Calibri" panose="020F0502020204030204"/>
                        </a:rPr>
                        <a:t>Insertion</a:t>
                      </a:r>
                      <a:endParaRPr sz="1000">
                        <a:latin typeface="Calibri" panose="020F0502020204030204"/>
                      </a:endParaRP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 panose="020F0502020204030204"/>
                        </a:defRPr>
                      </a:pPr>
                      <a:r>
                        <a:rPr sz="1000">
                          <a:latin typeface="Calibri" panose="020F0502020204030204"/>
                        </a:rPr>
                        <a:t>Seq + source GID</a:t>
                      </a:r>
                      <a:endParaRPr sz="1000">
                        <a:latin typeface="Calibri" panose="020F0502020204030204"/>
                      </a:endParaRP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 panose="020F0502020204030204"/>
                        </a:defRPr>
                      </a:pPr>
                      <a:r>
                        <a:rPr sz="1000">
                          <a:latin typeface="Calibri" panose="020F0502020204030204"/>
                        </a:rPr>
                        <a:t>Rejects unexpected seq jumps</a:t>
                      </a:r>
                      <a:endParaRPr sz="1000">
                        <a:latin typeface="Calibri" panose="020F0502020204030204"/>
                      </a:endParaRPr>
                    </a:p>
                  </a:txBody>
                  <a:tcPr marL="50800" marR="50800" marT="25400" marB="25400"/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 panose="020F0502020204030204"/>
                        </a:defRPr>
                      </a:pPr>
                      <a:r>
                        <a:rPr sz="1000">
                          <a:latin typeface="Calibri" panose="020F0502020204030204"/>
                        </a:rPr>
                        <a:t>Resequencing</a:t>
                      </a:r>
                      <a:endParaRPr sz="1000">
                        <a:latin typeface="Calibri" panose="020F0502020204030204"/>
                      </a:endParaRP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 panose="020F0502020204030204"/>
                        </a:defRPr>
                      </a:pPr>
                      <a:r>
                        <a:rPr sz="1000">
                          <a:latin typeface="Calibri" panose="020F0502020204030204"/>
                        </a:rPr>
                        <a:t>Monotonic seq</a:t>
                      </a:r>
                      <a:endParaRPr sz="1000">
                        <a:latin typeface="Calibri" panose="020F0502020204030204"/>
                      </a:endParaRP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 panose="020F0502020204030204"/>
                        </a:defRPr>
                      </a:pPr>
                      <a:r>
                        <a:rPr sz="1000">
                          <a:latin typeface="Calibri" panose="020F0502020204030204"/>
                        </a:rPr>
                        <a:t>Non-monotonic = error</a:t>
                      </a:r>
                      <a:endParaRPr sz="1000">
                        <a:latin typeface="Calibri" panose="020F0502020204030204"/>
                      </a:endParaRPr>
                    </a:p>
                  </a:txBody>
                  <a:tcPr marL="50800" marR="50800" marT="25400" marB="25400"/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 panose="020F0502020204030204"/>
                        </a:defRPr>
                      </a:pPr>
                      <a:r>
                        <a:rPr sz="1000">
                          <a:latin typeface="Calibri" panose="020F0502020204030204"/>
                        </a:rPr>
                        <a:t>Delay</a:t>
                      </a:r>
                      <a:endParaRPr sz="1000">
                        <a:latin typeface="Calibri" panose="020F0502020204030204"/>
                      </a:endParaRP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 panose="020F0502020204030204"/>
                        </a:defRPr>
                      </a:pPr>
                      <a:r>
                        <a:rPr sz="1000">
                          <a:latin typeface="Calibri" panose="020F0502020204030204"/>
                        </a:rPr>
                        <a:t>Timestamp</a:t>
                      </a:r>
                      <a:endParaRPr sz="1000">
                        <a:latin typeface="Calibri" panose="020F0502020204030204"/>
                      </a:endParaRP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 panose="020F0502020204030204"/>
                        </a:defRPr>
                      </a:pPr>
                      <a:r>
                        <a:rPr sz="1000">
                          <a:latin typeface="Calibri" panose="020F0502020204030204"/>
                        </a:rPr>
                        <a:t>Stale messages rejected</a:t>
                      </a:r>
                      <a:endParaRPr sz="1000">
                        <a:latin typeface="Calibri" panose="020F0502020204030204"/>
                      </a:endParaRPr>
                    </a:p>
                  </a:txBody>
                  <a:tcPr marL="50800" marR="50800" marT="25400" marB="25400"/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 panose="020F0502020204030204"/>
                        </a:defRPr>
                      </a:pPr>
                      <a:r>
                        <a:rPr sz="1000">
                          <a:latin typeface="Calibri" panose="020F0502020204030204"/>
                        </a:rPr>
                        <a:t>Masquerade</a:t>
                      </a:r>
                      <a:endParaRPr sz="1000">
                        <a:latin typeface="Calibri" panose="020F0502020204030204"/>
                      </a:endParaRP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 panose="020F0502020204030204"/>
                        </a:defRPr>
                      </a:pPr>
                      <a:r>
                        <a:rPr sz="1000">
                          <a:latin typeface="Calibri" panose="020F0502020204030204"/>
                        </a:rPr>
                        <a:t>Publisher GID</a:t>
                      </a:r>
                      <a:endParaRPr sz="1000">
                        <a:latin typeface="Calibri" panose="020F0502020204030204"/>
                      </a:endParaRP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 panose="020F0502020204030204"/>
                        </a:defRPr>
                      </a:pPr>
                      <a:r>
                        <a:rPr sz="1000">
                          <a:latin typeface="Calibri" panose="020F0502020204030204"/>
                        </a:rPr>
                        <a:t>Random 16-byte identity</a:t>
                      </a:r>
                      <a:endParaRPr sz="1000">
                        <a:latin typeface="Calibri" panose="020F0502020204030204"/>
                      </a:endParaRPr>
                    </a:p>
                  </a:txBody>
                  <a:tcPr marL="50800" marR="50800" marT="25400" marB="25400"/>
                </a:tc>
              </a:tr>
            </a:tbl>
          </a:graphicData>
        </a:graphic>
      </p:graphicFrame>
    </p:spTree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TSN — Feasible Path</a:t>
            </a:r>
            <a:endParaRPr sz="240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/>
              <a:t>TSN requires hardware support. nano-ros’s path: ThreadX + NetX Duo (TSN APIs included).</a:t>
            </a:r>
            <a:endParaRPr sz="1400"/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 b="1"/>
              <a:t>The ThreadX network driver is already implemented:</a:t>
            </a:r>
            <a:endParaRPr sz="1400" b="1"/>
          </a:p>
          <a:p>
            <a:pPr marL="0" indent="0">
              <a:spcBef>
                <a:spcPts val="600"/>
              </a:spcBef>
              <a:spcAft>
                <a:spcPts val="0"/>
              </a:spcAft>
              <a:buNone/>
            </a:pPr>
            <a:r>
              <a:rPr sz="1000">
                <a:solidFill>
                  <a:srgbClr val="6A9955"/>
                </a:solidFill>
                <a:latin typeface="Courier New" panose="02070309020205020404"/>
              </a:rPr>
              <a:t>// network.c — zenoh-pico transport over NetX Duo BSD sockets</a:t>
            </a:r>
            <a:endParaRPr sz="1000">
              <a:solidFill>
                <a:srgbClr val="6A9955"/>
              </a:solidFill>
              <a:latin typeface="Courier New" panose="02070309020205020404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6A9955"/>
                </a:solidFill>
                <a:latin typeface="Courier New" panose="02070309020205020404"/>
              </a:rPr>
              <a:t>#</a:t>
            </a:r>
            <a:r>
              <a:rPr sz="1000">
                <a:solidFill>
                  <a:srgbClr val="6A9955"/>
                </a:solidFill>
                <a:latin typeface="Courier New" panose="02070309020205020404"/>
              </a:rPr>
              <a:t>include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6A9955"/>
                </a:solidFill>
                <a:latin typeface="Courier New" panose="02070309020205020404"/>
              </a:rPr>
              <a:t>"tx_api.h"</a:t>
            </a:r>
            <a:endParaRPr sz="1000">
              <a:solidFill>
                <a:srgbClr val="6A9955"/>
              </a:solidFill>
              <a:latin typeface="Courier New" panose="02070309020205020404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6A9955"/>
                </a:solidFill>
                <a:latin typeface="Courier New" panose="02070309020205020404"/>
              </a:rPr>
              <a:t>#</a:t>
            </a:r>
            <a:r>
              <a:rPr sz="1000">
                <a:solidFill>
                  <a:srgbClr val="6A9955"/>
                </a:solidFill>
                <a:latin typeface="Courier New" panose="02070309020205020404"/>
              </a:rPr>
              <a:t>include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6A9955"/>
                </a:solidFill>
                <a:latin typeface="Courier New" panose="02070309020205020404"/>
              </a:rPr>
              <a:t>"nx_api.h"</a:t>
            </a:r>
            <a:endParaRPr sz="1000">
              <a:solidFill>
                <a:srgbClr val="6A9955"/>
              </a:solidFill>
              <a:latin typeface="Courier New" panose="02070309020205020404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6A9955"/>
                </a:solidFill>
                <a:latin typeface="Courier New" panose="02070309020205020404"/>
              </a:rPr>
              <a:t>#</a:t>
            </a:r>
            <a:r>
              <a:rPr sz="1000">
                <a:solidFill>
                  <a:srgbClr val="6A9955"/>
                </a:solidFill>
                <a:latin typeface="Courier New" panose="02070309020205020404"/>
              </a:rPr>
              <a:t>include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6A9955"/>
                </a:solidFill>
                <a:latin typeface="Courier New" panose="02070309020205020404"/>
              </a:rPr>
              <a:t>"nxd_bsd.h"</a:t>
            </a:r>
            <a:endParaRPr sz="1000">
              <a:solidFill>
                <a:srgbClr val="6A9955"/>
              </a:solidFill>
              <a:latin typeface="Courier New" panose="02070309020205020404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endParaRPr sz="1000">
              <a:solidFill>
                <a:srgbClr val="1A1A2E"/>
              </a:solidFill>
              <a:latin typeface="Courier New" panose="02070309020205020404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z_result_t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_z_open_tcp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(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_z_sys_net_socket_t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*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sock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,</a:t>
            </a:r>
            <a:endParaRPr sz="1000">
              <a:solidFill>
                <a:srgbClr val="000000"/>
              </a:solidFill>
              <a:latin typeface="Courier New" panose="02070309020205020404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                      </a:t>
            </a:r>
            <a:r>
              <a:rPr sz="1000">
                <a:solidFill>
                  <a:srgbClr val="AF00DB"/>
                </a:solidFill>
                <a:latin typeface="Courier New" panose="02070309020205020404"/>
              </a:rPr>
              <a:t>const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_z_sys_net_endpoint_t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rep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,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.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.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.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)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{</a:t>
            </a:r>
            <a:endParaRPr sz="1000">
              <a:solidFill>
                <a:srgbClr val="000000"/>
              </a:solidFill>
              <a:latin typeface="Courier New" panose="02070309020205020404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   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sock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-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&gt;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_fd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=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nx_bsd_socket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(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AF_INET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,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SOCK_STREAM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,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IPPROTO_TCP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)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;</a:t>
            </a:r>
            <a:endParaRPr sz="1000">
              <a:solidFill>
                <a:srgbClr val="000000"/>
              </a:solidFill>
              <a:latin typeface="Courier New" panose="02070309020205020404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   </a:t>
            </a:r>
            <a:r>
              <a:rPr sz="1000">
                <a:solidFill>
                  <a:srgbClr val="AF00DB"/>
                </a:solidFill>
                <a:latin typeface="Courier New" panose="02070309020205020404"/>
              </a:rPr>
              <a:t>struct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nx_bsd_sockaddr_in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addr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;</a:t>
            </a:r>
            <a:endParaRPr sz="1000">
              <a:solidFill>
                <a:srgbClr val="000000"/>
              </a:solidFill>
              <a:latin typeface="Courier New" panose="02070309020205020404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   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_z_ep_to_sockaddr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(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&amp;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rep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,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&amp;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addr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)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;</a:t>
            </a:r>
            <a:endParaRPr sz="1000">
              <a:solidFill>
                <a:srgbClr val="000000"/>
              </a:solidFill>
              <a:latin typeface="Courier New" panose="02070309020205020404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   </a:t>
            </a:r>
            <a:r>
              <a:rPr sz="1000">
                <a:solidFill>
                  <a:srgbClr val="267F99"/>
                </a:solidFill>
                <a:latin typeface="Courier New" panose="02070309020205020404"/>
              </a:rPr>
              <a:t>int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rc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=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nx_bsd_connect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(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sock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-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&gt;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_fd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,</a:t>
            </a:r>
            <a:endParaRPr sz="1000">
              <a:solidFill>
                <a:srgbClr val="000000"/>
              </a:solidFill>
              <a:latin typeface="Courier New" panose="02070309020205020404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       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(</a:t>
            </a:r>
            <a:r>
              <a:rPr sz="1000">
                <a:solidFill>
                  <a:srgbClr val="AF00DB"/>
                </a:solidFill>
                <a:latin typeface="Courier New" panose="02070309020205020404"/>
              </a:rPr>
              <a:t>struct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nx_bsd_sockaddr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*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)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&amp;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addr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,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AF00DB"/>
                </a:solidFill>
                <a:latin typeface="Courier New" panose="02070309020205020404"/>
              </a:rPr>
              <a:t>sizeof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(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addr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)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)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;</a:t>
            </a:r>
            <a:endParaRPr sz="1000">
              <a:solidFill>
                <a:srgbClr val="000000"/>
              </a:solidFill>
              <a:latin typeface="Courier New" panose="02070309020205020404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   </a:t>
            </a:r>
            <a:r>
              <a:rPr sz="1000">
                <a:solidFill>
                  <a:srgbClr val="AF00DB"/>
                </a:solidFill>
                <a:latin typeface="Courier New" panose="02070309020205020404"/>
              </a:rPr>
              <a:t>return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(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rc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&lt;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098658"/>
                </a:solidFill>
                <a:latin typeface="Courier New" panose="02070309020205020404"/>
              </a:rPr>
              <a:t>0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)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?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_Z_ERR_GENERIC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: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_Z_RES_OK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;</a:t>
            </a:r>
            <a:endParaRPr sz="1000">
              <a:solidFill>
                <a:srgbClr val="000000"/>
              </a:solidFill>
              <a:latin typeface="Courier New" panose="02070309020205020404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}</a:t>
            </a:r>
            <a:endParaRPr sz="1000">
              <a:solidFill>
                <a:srgbClr val="000000"/>
              </a:solidFill>
              <a:latin typeface="Courier New" panose="02070309020205020404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/>
        </p:txBody>
      </p:sp>
    </p:spTree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TSN — Upgrade Path</a:t>
            </a:r>
            <a:endParaRPr sz="240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/>
              <a:t>The upgrade path to TSN (NetX Duo already provides the APIs):</a:t>
            </a:r>
            <a:endParaRPr sz="1400"/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400" b="1"/>
              <a:t>The software stack is ready. The remaining step is hardware with a TSN-capable MAC.</a:t>
            </a:r>
            <a:endParaRPr sz="1400" b="1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/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828800"/>
          <a:ext cx="82296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/>
                <a:gridCol w="1625600"/>
                <a:gridCol w="4572000"/>
              </a:tblGrid>
              <a:tr h="274320">
                <a:tc>
                  <a:txBody>
                    <a:bodyPr/>
                    <a:lstStyle/>
                    <a:p>
                      <a:pPr algn="ctr">
                        <a:defRPr sz="1100">
                          <a:latin typeface="Calibri" panose="020F0502020204030204"/>
                        </a:defRPr>
                      </a:pPr>
                      <a:r>
                        <a:rPr sz="1100" b="1">
                          <a:latin typeface="Calibri" panose="020F0502020204030204"/>
                        </a:rPr>
                        <a:t>Layer</a:t>
                      </a:r>
                      <a:endParaRPr sz="1100" b="1">
                        <a:latin typeface="Calibri" panose="020F0502020204030204"/>
                      </a:endParaRP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Calibri" panose="020F0502020204030204"/>
                        </a:defRPr>
                      </a:pPr>
                      <a:r>
                        <a:rPr sz="1100" b="1">
                          <a:latin typeface="Calibri" panose="020F0502020204030204"/>
                        </a:rPr>
                        <a:t>Status</a:t>
                      </a:r>
                      <a:endParaRPr sz="1100" b="1">
                        <a:latin typeface="Calibri" panose="020F0502020204030204"/>
                      </a:endParaRP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Calibri" panose="020F0502020204030204"/>
                        </a:defRPr>
                      </a:pPr>
                      <a:r>
                        <a:rPr sz="1100" b="1">
                          <a:latin typeface="Calibri" panose="020F0502020204030204"/>
                        </a:rPr>
                        <a:t>Details</a:t>
                      </a:r>
                      <a:endParaRPr sz="1100" b="1">
                        <a:latin typeface="Calibri" panose="020F0502020204030204"/>
                      </a:endParaRPr>
                    </a:p>
                  </a:txBody>
                  <a:tcPr marL="50800" marR="50800" marT="25400" marB="25400"/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1100">
                          <a:latin typeface="Calibri" panose="020F0502020204030204"/>
                        </a:defRPr>
                      </a:pPr>
                      <a:r>
                        <a:rPr sz="1100">
                          <a:latin typeface="Calibri" panose="020F0502020204030204"/>
                        </a:rPr>
                        <a:t>nano-ros app</a:t>
                      </a:r>
                      <a:endParaRPr sz="1100">
                        <a:latin typeface="Calibri" panose="020F0502020204030204"/>
                      </a:endParaRP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Calibri" panose="020F0502020204030204"/>
                        </a:defRPr>
                      </a:pPr>
                      <a:r>
                        <a:rPr sz="1100">
                          <a:latin typeface="Calibri" panose="020F0502020204030204"/>
                        </a:rPr>
                        <a:t>Working</a:t>
                      </a:r>
                      <a:endParaRPr sz="1100">
                        <a:latin typeface="Calibri" panose="020F0502020204030204"/>
                      </a:endParaRP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Calibri" panose="020F0502020204030204"/>
                        </a:defRPr>
                      </a:pPr>
                      <a:r>
                        <a:rPr sz="1100">
                          <a:latin typeface="Calibri" panose="020F0502020204030204"/>
                        </a:rPr>
                        <a:t>zenoh-pico pub/sub + RPC</a:t>
                      </a:r>
                      <a:endParaRPr sz="1100">
                        <a:latin typeface="Calibri" panose="020F0502020204030204"/>
                      </a:endParaRPr>
                    </a:p>
                  </a:txBody>
                  <a:tcPr marL="50800" marR="50800" marT="25400" marB="25400"/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1100">
                          <a:latin typeface="Calibri" panose="020F0502020204030204"/>
                        </a:defRPr>
                      </a:pPr>
                      <a:r>
                        <a:rPr sz="1100">
                          <a:latin typeface="Calibri" panose="020F0502020204030204"/>
                        </a:rPr>
                        <a:t>NetX Duo BSD sockets</a:t>
                      </a:r>
                      <a:endParaRPr sz="1100">
                        <a:latin typeface="Calibri" panose="020F0502020204030204"/>
                      </a:endParaRP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Calibri" panose="020F0502020204030204"/>
                        </a:defRPr>
                      </a:pPr>
                      <a:r>
                        <a:rPr sz="1100">
                          <a:latin typeface="Calibri" panose="020F0502020204030204"/>
                        </a:rPr>
                        <a:t>Working</a:t>
                      </a:r>
                      <a:endParaRPr sz="1100">
                        <a:latin typeface="Calibri" panose="020F0502020204030204"/>
                      </a:endParaRP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Calibri" panose="020F0502020204030204"/>
                        </a:defRPr>
                      </a:pPr>
                      <a:r>
                        <a:rPr sz="1100">
                          <a:latin typeface="Calibri" panose="020F0502020204030204"/>
                        </a:rPr>
                        <a:t>TCP + UDP unicast transport</a:t>
                      </a:r>
                      <a:endParaRPr sz="1100">
                        <a:latin typeface="Calibri" panose="020F0502020204030204"/>
                      </a:endParaRPr>
                    </a:p>
                  </a:txBody>
                  <a:tcPr marL="50800" marR="50800" marT="25400" marB="25400"/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1100">
                          <a:latin typeface="Calibri" panose="020F0502020204030204"/>
                        </a:defRPr>
                      </a:pPr>
                      <a:r>
                        <a:rPr sz="1100">
                          <a:latin typeface="Calibri" panose="020F0502020204030204"/>
                        </a:rPr>
                        <a:t>NetX Duo TSN module</a:t>
                      </a:r>
                      <a:endParaRPr sz="1100">
                        <a:latin typeface="Calibri" panose="020F0502020204030204"/>
                      </a:endParaRP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Calibri" panose="020F0502020204030204"/>
                        </a:defRPr>
                      </a:pPr>
                      <a:r>
                        <a:rPr sz="1100">
                          <a:latin typeface="Calibri" panose="020F0502020204030204"/>
                        </a:rPr>
                        <a:t>API available</a:t>
                      </a:r>
                      <a:endParaRPr sz="1100">
                        <a:latin typeface="Calibri" panose="020F0502020204030204"/>
                      </a:endParaRP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Calibri" panose="020F0502020204030204"/>
                        </a:defRPr>
                      </a:pPr>
                      <a:r>
                        <a:rPr sz="1100">
                          <a:latin typeface="Calibri" panose="020F0502020204030204"/>
                        </a:rPr>
                        <a:t>CBS (802.1Qav), TAS (802.1Qbv), PTP (802.1AS)</a:t>
                      </a:r>
                      <a:endParaRPr sz="1100">
                        <a:latin typeface="Calibri" panose="020F0502020204030204"/>
                      </a:endParaRPr>
                    </a:p>
                  </a:txBody>
                  <a:tcPr marL="50800" marR="50800" marT="25400" marB="25400"/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1100">
                          <a:latin typeface="Calibri" panose="020F0502020204030204"/>
                        </a:defRPr>
                      </a:pPr>
                      <a:r>
                        <a:rPr sz="1100">
                          <a:latin typeface="Calibri" panose="020F0502020204030204"/>
                        </a:rPr>
                        <a:t>TSN Ethernet MAC</a:t>
                      </a:r>
                      <a:endParaRPr sz="1100">
                        <a:latin typeface="Calibri" panose="020F0502020204030204"/>
                      </a:endParaRP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Calibri" panose="020F0502020204030204"/>
                        </a:defRPr>
                      </a:pPr>
                      <a:r>
                        <a:rPr sz="1100">
                          <a:latin typeface="Calibri" panose="020F0502020204030204"/>
                        </a:rPr>
                        <a:t>Hardware upgrade</a:t>
                      </a:r>
                      <a:endParaRPr sz="1100">
                        <a:latin typeface="Calibri" panose="020F0502020204030204"/>
                      </a:endParaRP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Calibri" panose="020F0502020204030204"/>
                        </a:defRPr>
                      </a:pPr>
                      <a:r>
                        <a:rPr sz="1100">
                          <a:latin typeface="Calibri" panose="020F0502020204030204"/>
                        </a:rPr>
                        <a:t>NXP i.MX RT1170/1180, Infineon AURIX TC3xx</a:t>
                      </a:r>
                      <a:r>
                        <a:rPr lang="x-none" sz="1100">
                          <a:latin typeface="Calibri" panose="020F0502020204030204"/>
                        </a:rPr>
                        <a:t>, S32Z280-400EVB</a:t>
                      </a:r>
                      <a:endParaRPr lang="x-none" sz="1100">
                        <a:latin typeface="Calibri" panose="020F0502020204030204"/>
                      </a:endParaRPr>
                    </a:p>
                  </a:txBody>
                  <a:tcPr marL="50800" marR="50800" marT="25400" marB="25400"/>
                </a:tc>
              </a:tr>
            </a:tbl>
          </a:graphicData>
        </a:graphic>
      </p:graphicFrame>
    </p:spTree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Formal Verification — Verus Proofs</a:t>
            </a:r>
            <a:endParaRPr sz="240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/>
              <a:t>Unbounded deductive proofs — mathematical guarantees for all inputs. 67 proofs across scheduling, CDR, E2E.</a:t>
            </a:r>
            <a:endParaRPr sz="1400"/>
          </a:p>
          <a:p>
            <a:pPr marL="0" indent="0">
              <a:spcBef>
                <a:spcPts val="600"/>
              </a:spcBef>
              <a:spcAft>
                <a:spcPts val="0"/>
              </a:spcAft>
              <a:buNone/>
            </a:pP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verus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!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{</a:t>
            </a:r>
            <a:endParaRPr sz="1000">
              <a:solidFill>
                <a:srgbClr val="000000"/>
              </a:solidFill>
              <a:latin typeface="Courier New" panose="02070309020205020404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endParaRPr sz="1000">
              <a:solidFill>
                <a:srgbClr val="1A1A2E"/>
              </a:solidFill>
              <a:latin typeface="Courier New" panose="02070309020205020404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A31115"/>
                </a:solidFill>
                <a:latin typeface="Courier New" panose="02070309020205020404"/>
              </a:rPr>
              <a:t>/// OneShot timer fires exactly once, then becomes inert.</a:t>
            </a:r>
            <a:endParaRPr sz="1000">
              <a:solidFill>
                <a:srgbClr val="A31115"/>
              </a:solidFill>
              <a:latin typeface="Courier New" panose="02070309020205020404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proof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AF00DB"/>
                </a:solidFill>
                <a:latin typeface="Courier New" panose="02070309020205020404"/>
              </a:rPr>
              <a:t>fn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795E26"/>
                </a:solidFill>
                <a:latin typeface="Courier New" panose="02070309020205020404"/>
              </a:rPr>
              <a:t>timer_oneshot_fires_once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(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s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: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TimerGhost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,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delta_ms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: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267F99"/>
                </a:solidFill>
                <a:latin typeface="Courier New" panose="02070309020205020404"/>
              </a:rPr>
              <a:t>u64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)</a:t>
            </a:r>
            <a:endParaRPr sz="1000">
              <a:solidFill>
                <a:srgbClr val="000000"/>
              </a:solidFill>
              <a:latin typeface="Courier New" panose="02070309020205020404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   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requires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s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.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mode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is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OneShot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,</a:t>
            </a:r>
            <a:endParaRPr sz="1000">
              <a:solidFill>
                <a:srgbClr val="000000"/>
              </a:solidFill>
              <a:latin typeface="Courier New" panose="02070309020205020404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   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ensures</a:t>
            </a:r>
            <a:endParaRPr sz="1000">
              <a:solidFill>
                <a:srgbClr val="0070C1"/>
              </a:solidFill>
              <a:latin typeface="Courier New" panose="02070309020205020404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       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timer_fire_mode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(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s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)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is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Inert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,</a:t>
            </a:r>
            <a:endParaRPr sz="1000">
              <a:solidFill>
                <a:srgbClr val="000000"/>
              </a:solidFill>
              <a:latin typeface="Courier New" panose="02070309020205020404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       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timer_fire_elapsed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(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s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)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=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=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098658"/>
                </a:solidFill>
                <a:latin typeface="Courier New" panose="02070309020205020404"/>
              </a:rPr>
              <a:t>0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,</a:t>
            </a:r>
            <a:endParaRPr sz="1000">
              <a:solidFill>
                <a:srgbClr val="000000"/>
              </a:solidFill>
              <a:latin typeface="Courier New" panose="02070309020205020404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       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!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timer_update_ready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(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timer_after_fire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(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s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)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,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delta_ms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)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,</a:t>
            </a:r>
            <a:endParaRPr sz="1000">
              <a:solidFill>
                <a:srgbClr val="000000"/>
              </a:solidFill>
              <a:latin typeface="Courier New" panose="02070309020205020404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{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}</a:t>
            </a:r>
            <a:endParaRPr sz="1000">
              <a:solidFill>
                <a:srgbClr val="000000"/>
              </a:solidFill>
              <a:latin typeface="Courier New" panose="02070309020205020404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endParaRPr sz="1000">
              <a:solidFill>
                <a:srgbClr val="1A1A2E"/>
              </a:solidFill>
              <a:latin typeface="Courier New" panose="02070309020205020404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}</a:t>
            </a:r>
            <a:endParaRPr sz="1000">
              <a:solidFill>
                <a:srgbClr val="000000"/>
              </a:solidFill>
              <a:latin typeface="Courier New" panose="02070309020205020404"/>
            </a:endParaRP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200"/>
              <a:t>Safety-critical one-time actions (e.g., emergency stop) can never repeat.</a:t>
            </a:r>
            <a:endParaRPr sz="120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/>
        </p:txBody>
      </p:sp>
    </p:spTree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Verus Proofs — Drift-Free Scheduling</a:t>
            </a:r>
            <a:endParaRPr sz="240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/>
              <a:t>Repeating timer preserves overshoot — no cumulative drift:</a:t>
            </a:r>
            <a:endParaRPr sz="1400"/>
          </a:p>
          <a:p>
            <a:pPr marL="0" indent="0">
              <a:spcBef>
                <a:spcPts val="600"/>
              </a:spcBef>
              <a:spcAft>
                <a:spcPts val="0"/>
              </a:spcAft>
              <a:buNone/>
            </a:pP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verus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!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{</a:t>
            </a:r>
            <a:endParaRPr sz="1000">
              <a:solidFill>
                <a:srgbClr val="000000"/>
              </a:solidFill>
              <a:latin typeface="Courier New" panose="02070309020205020404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endParaRPr sz="1000">
              <a:solidFill>
                <a:srgbClr val="1A1A2E"/>
              </a:solidFill>
              <a:latin typeface="Courier New" panose="02070309020205020404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A31115"/>
                </a:solidFill>
                <a:latin typeface="Courier New" panose="02070309020205020404"/>
              </a:rPr>
              <a:t>/// Control loops fire at t=0, P, 2P, 3P... not t=0, P+e, 2P+2e...</a:t>
            </a:r>
            <a:endParaRPr sz="1000">
              <a:solidFill>
                <a:srgbClr val="A31115"/>
              </a:solidFill>
              <a:latin typeface="Courier New" panose="02070309020205020404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proof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AF00DB"/>
                </a:solidFill>
                <a:latin typeface="Courier New" panose="02070309020205020404"/>
              </a:rPr>
              <a:t>fn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795E26"/>
                </a:solidFill>
                <a:latin typeface="Courier New" panose="02070309020205020404"/>
              </a:rPr>
              <a:t>timer_repeating_drift_free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(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s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: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TimerGhost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,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delta_ms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: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267F99"/>
                </a:solidFill>
                <a:latin typeface="Courier New" panose="02070309020205020404"/>
              </a:rPr>
              <a:t>u64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)</a:t>
            </a:r>
            <a:endParaRPr sz="1000">
              <a:solidFill>
                <a:srgbClr val="000000"/>
              </a:solidFill>
              <a:latin typeface="Courier New" panose="02070309020205020404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   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requires</a:t>
            </a:r>
            <a:endParaRPr sz="1000">
              <a:solidFill>
                <a:srgbClr val="0070C1"/>
              </a:solidFill>
              <a:latin typeface="Courier New" panose="02070309020205020404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       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s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.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mode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is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Repeating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,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s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.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period_ms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&gt;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098658"/>
                </a:solidFill>
                <a:latin typeface="Courier New" panose="02070309020205020404"/>
              </a:rPr>
              <a:t>0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,</a:t>
            </a:r>
            <a:endParaRPr sz="1000">
              <a:solidFill>
                <a:srgbClr val="000000"/>
              </a:solidFill>
              <a:latin typeface="Courier New" panose="02070309020205020404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       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sat_add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(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s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.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elapsed_ms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,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delta_ms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)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&gt;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=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s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.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period_ms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,</a:t>
            </a:r>
            <a:endParaRPr sz="1000">
              <a:solidFill>
                <a:srgbClr val="000000"/>
              </a:solidFill>
              <a:latin typeface="Courier New" panose="02070309020205020404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   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ensures</a:t>
            </a:r>
            <a:endParaRPr sz="1000">
              <a:solidFill>
                <a:srgbClr val="0070C1"/>
              </a:solidFill>
              <a:latin typeface="Courier New" panose="02070309020205020404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       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timer_fire_elapsed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(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TimerGhost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{</a:t>
            </a:r>
            <a:endParaRPr sz="1000">
              <a:solidFill>
                <a:srgbClr val="000000"/>
              </a:solidFill>
              <a:latin typeface="Courier New" panose="02070309020205020404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           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elapsed_ms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: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sat_add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(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s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.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elapsed_ms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,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delta_ms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)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,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..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s</a:t>
            </a:r>
            <a:endParaRPr sz="1000">
              <a:solidFill>
                <a:srgbClr val="0070C1"/>
              </a:solidFill>
              <a:latin typeface="Courier New" panose="02070309020205020404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       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}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)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=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=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sat_sub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(</a:t>
            </a:r>
            <a:endParaRPr sz="1000">
              <a:solidFill>
                <a:srgbClr val="000000"/>
              </a:solidFill>
              <a:latin typeface="Courier New" panose="02070309020205020404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           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sat_add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(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s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.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elapsed_ms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,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delta_ms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)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,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s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.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period_ms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)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,</a:t>
            </a:r>
            <a:endParaRPr sz="1000">
              <a:solidFill>
                <a:srgbClr val="000000"/>
              </a:solidFill>
              <a:latin typeface="Courier New" panose="02070309020205020404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{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}</a:t>
            </a:r>
            <a:endParaRPr sz="1000">
              <a:solidFill>
                <a:srgbClr val="000000"/>
              </a:solidFill>
              <a:latin typeface="Courier New" panose="02070309020205020404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endParaRPr sz="1000">
              <a:solidFill>
                <a:srgbClr val="1A1A2E"/>
              </a:solidFill>
              <a:latin typeface="Courier New" panose="02070309020205020404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}</a:t>
            </a:r>
            <a:endParaRPr sz="1000">
              <a:solidFill>
                <a:srgbClr val="000000"/>
              </a:solidFill>
              <a:latin typeface="Courier New" panose="02070309020205020404"/>
            </a:endParaRP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200"/>
              <a:t>Excess time carries over to the next period — control loops stay aligned.</a:t>
            </a:r>
            <a:endParaRPr sz="120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/>
        </p:txBody>
      </p:sp>
    </p:spTree>
  </p:cSld>
  <p:clrMapOvr>
    <a:masterClrMapping/>
  </p:clrMapOvr>
  <p:transition spd="med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Formal Verification — Kani Model Checking</a:t>
            </a:r>
            <a:endParaRPr sz="240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/>
              <a:t>Bounded model checking — exhaustive exploration of all execution paths. 82 harnesses across core crates.</a:t>
            </a:r>
            <a:endParaRPr sz="1400"/>
          </a:p>
          <a:p>
            <a:pPr marL="0" indent="0">
              <a:spcBef>
                <a:spcPts val="600"/>
              </a:spcBef>
              <a:spcAft>
                <a:spcPts val="0"/>
              </a:spcAft>
              <a:buNone/>
            </a:pPr>
            <a:r>
              <a:rPr sz="1000">
                <a:solidFill>
                  <a:srgbClr val="6A9955"/>
                </a:solidFill>
                <a:latin typeface="Courier New" panose="02070309020205020404"/>
              </a:rPr>
              <a:t>#[</a:t>
            </a:r>
            <a:r>
              <a:rPr sz="1000">
                <a:solidFill>
                  <a:srgbClr val="6A9955"/>
                </a:solidFill>
                <a:latin typeface="Courier New" panose="02070309020205020404"/>
              </a:rPr>
              <a:t>cfg(kani)</a:t>
            </a:r>
            <a:r>
              <a:rPr sz="1000">
                <a:solidFill>
                  <a:srgbClr val="6A9955"/>
                </a:solidFill>
                <a:latin typeface="Courier New" panose="02070309020205020404"/>
              </a:rPr>
              <a:t>]</a:t>
            </a:r>
            <a:endParaRPr sz="1000">
              <a:solidFill>
                <a:srgbClr val="6A9955"/>
              </a:solidFill>
              <a:latin typeface="Courier New" panose="02070309020205020404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AF00DB"/>
                </a:solidFill>
                <a:latin typeface="Courier New" panose="02070309020205020404"/>
              </a:rPr>
              <a:t>mod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verification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{</a:t>
            </a:r>
            <a:endParaRPr sz="1000">
              <a:solidFill>
                <a:srgbClr val="000000"/>
              </a:solidFill>
              <a:latin typeface="Courier New" panose="02070309020205020404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   </a:t>
            </a:r>
            <a:r>
              <a:rPr sz="1000">
                <a:solidFill>
                  <a:srgbClr val="AF00DB"/>
                </a:solidFill>
                <a:latin typeface="Courier New" panose="02070309020205020404"/>
              </a:rPr>
              <a:t>use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AF00DB"/>
                </a:solidFill>
                <a:latin typeface="Courier New" panose="02070309020205020404"/>
              </a:rPr>
              <a:t>super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: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: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*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;</a:t>
            </a:r>
            <a:endParaRPr sz="1000">
              <a:solidFill>
                <a:srgbClr val="000000"/>
              </a:solidFill>
              <a:latin typeface="Courier New" panose="02070309020205020404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endParaRPr sz="1000">
              <a:solidFill>
                <a:srgbClr val="1A1A2E"/>
              </a:solidFill>
              <a:latin typeface="Courier New" panose="02070309020205020404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   </a:t>
            </a:r>
            <a:r>
              <a:rPr sz="1000">
                <a:solidFill>
                  <a:srgbClr val="A31115"/>
                </a:solidFill>
                <a:latin typeface="Courier New" panose="02070309020205020404"/>
              </a:rPr>
              <a:t>/// NaN velocity is treated as stopped (safe default).</a:t>
            </a:r>
            <a:endParaRPr sz="1000">
              <a:solidFill>
                <a:srgbClr val="A31115"/>
              </a:solidFill>
              <a:latin typeface="Courier New" panose="02070309020205020404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   </a:t>
            </a:r>
            <a:r>
              <a:rPr sz="1000">
                <a:solidFill>
                  <a:srgbClr val="6A9955"/>
                </a:solidFill>
                <a:latin typeface="Courier New" panose="02070309020205020404"/>
              </a:rPr>
              <a:t>#[</a:t>
            </a:r>
            <a:r>
              <a:rPr sz="1000">
                <a:solidFill>
                  <a:srgbClr val="6A9955"/>
                </a:solidFill>
                <a:latin typeface="Courier New" panose="02070309020205020404"/>
              </a:rPr>
              <a:t>kani::proof</a:t>
            </a:r>
            <a:r>
              <a:rPr sz="1000">
                <a:solidFill>
                  <a:srgbClr val="6A9955"/>
                </a:solidFill>
                <a:latin typeface="Courier New" panose="02070309020205020404"/>
              </a:rPr>
              <a:t>]</a:t>
            </a:r>
            <a:endParaRPr sz="1000">
              <a:solidFill>
                <a:srgbClr val="6A9955"/>
              </a:solidFill>
              <a:latin typeface="Courier New" panose="02070309020205020404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   </a:t>
            </a:r>
            <a:r>
              <a:rPr sz="1000">
                <a:solidFill>
                  <a:srgbClr val="AF00DB"/>
                </a:solidFill>
                <a:latin typeface="Courier New" panose="02070309020205020404"/>
              </a:rPr>
              <a:t>fn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795E26"/>
                </a:solidFill>
                <a:latin typeface="Courier New" panose="02070309020205020404"/>
              </a:rPr>
              <a:t>nan_velocity_treated_as_stopped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(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)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{</a:t>
            </a:r>
            <a:endParaRPr sz="1000">
              <a:solidFill>
                <a:srgbClr val="000000"/>
              </a:solidFill>
              <a:latin typeface="Courier New" panose="02070309020205020404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       </a:t>
            </a:r>
            <a:r>
              <a:rPr sz="1000">
                <a:solidFill>
                  <a:srgbClr val="AF00DB"/>
                </a:solidFill>
                <a:latin typeface="Courier New" panose="02070309020205020404"/>
              </a:rPr>
              <a:t>let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threshold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: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267F99"/>
                </a:solidFill>
                <a:latin typeface="Courier New" panose="02070309020205020404"/>
              </a:rPr>
              <a:t>f64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=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kani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::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any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(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)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;</a:t>
            </a:r>
            <a:endParaRPr sz="1000">
              <a:solidFill>
                <a:srgbClr val="000000"/>
              </a:solidFill>
              <a:latin typeface="Courier New" panose="02070309020205020404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       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kani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::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assume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(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threshold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&gt;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098658"/>
                </a:solidFill>
                <a:latin typeface="Courier New" panose="02070309020205020404"/>
              </a:rPr>
              <a:t>0.0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&amp;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&amp;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threshold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.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is_finite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(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)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)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;</a:t>
            </a:r>
            <a:endParaRPr sz="1000">
              <a:solidFill>
                <a:srgbClr val="000000"/>
              </a:solidFill>
              <a:latin typeface="Courier New" panose="02070309020205020404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endParaRPr sz="1000">
              <a:solidFill>
                <a:srgbClr val="1A1A2E"/>
              </a:solidFill>
              <a:latin typeface="Courier New" panose="02070309020205020404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       </a:t>
            </a:r>
            <a:r>
              <a:rPr sz="1000">
                <a:solidFill>
                  <a:srgbClr val="AF00DB"/>
                </a:solidFill>
                <a:latin typeface="Courier New" panose="02070309020205020404"/>
              </a:rPr>
              <a:t>let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filter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=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StopFilter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::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new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(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threshold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,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threshold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,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threshold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)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;</a:t>
            </a:r>
            <a:endParaRPr sz="1000">
              <a:solidFill>
                <a:srgbClr val="000000"/>
              </a:solidFill>
              <a:latin typeface="Courier New" panose="02070309020205020404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       </a:t>
            </a:r>
            <a:r>
              <a:rPr sz="1000">
                <a:solidFill>
                  <a:srgbClr val="AF00DB"/>
                </a:solidFill>
                <a:latin typeface="Courier New" panose="02070309020205020404"/>
              </a:rPr>
              <a:t>let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result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=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filter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.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apply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(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&amp;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make_twist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(</a:t>
            </a:r>
            <a:r>
              <a:rPr sz="1000">
                <a:solidFill>
                  <a:srgbClr val="267F99"/>
                </a:solidFill>
                <a:latin typeface="Courier New" panose="02070309020205020404"/>
              </a:rPr>
              <a:t>f64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::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NAN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,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098658"/>
                </a:solidFill>
                <a:latin typeface="Courier New" panose="02070309020205020404"/>
              </a:rPr>
              <a:t>0.0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,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098658"/>
                </a:solidFill>
                <a:latin typeface="Courier New" panose="02070309020205020404"/>
              </a:rPr>
              <a:t>0.0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)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)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;</a:t>
            </a:r>
            <a:endParaRPr sz="1000">
              <a:solidFill>
                <a:srgbClr val="000000"/>
              </a:solidFill>
              <a:latin typeface="Courier New" panose="02070309020205020404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endParaRPr sz="1000">
              <a:solidFill>
                <a:srgbClr val="1A1A2E"/>
              </a:solidFill>
              <a:latin typeface="Courier New" panose="02070309020205020404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       </a:t>
            </a:r>
            <a:r>
              <a:rPr sz="1000">
                <a:solidFill>
                  <a:srgbClr val="795E26"/>
                </a:solidFill>
                <a:latin typeface="Courier New" panose="02070309020205020404"/>
              </a:rPr>
              <a:t>assert_eq!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(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result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.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linear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.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x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,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098658"/>
                </a:solidFill>
                <a:latin typeface="Courier New" panose="02070309020205020404"/>
              </a:rPr>
              <a:t>0.0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)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;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 </a:t>
            </a:r>
            <a:r>
              <a:rPr sz="1000">
                <a:solidFill>
                  <a:srgbClr val="6A9955"/>
                </a:solidFill>
                <a:latin typeface="Courier New" panose="02070309020205020404"/>
              </a:rPr>
              <a:t>// NaN → stopped</a:t>
            </a:r>
            <a:endParaRPr sz="1000">
              <a:solidFill>
                <a:srgbClr val="6A9955"/>
              </a:solidFill>
              <a:latin typeface="Courier New" panose="02070309020205020404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       </a:t>
            </a:r>
            <a:r>
              <a:rPr sz="1000">
                <a:solidFill>
                  <a:srgbClr val="795E26"/>
                </a:solidFill>
                <a:latin typeface="Courier New" panose="02070309020205020404"/>
              </a:rPr>
              <a:t>assert_eq!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(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result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.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linear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.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y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,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098658"/>
                </a:solidFill>
                <a:latin typeface="Courier New" panose="02070309020205020404"/>
              </a:rPr>
              <a:t>0.0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)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;</a:t>
            </a:r>
            <a:endParaRPr sz="1000">
              <a:solidFill>
                <a:srgbClr val="000000"/>
              </a:solidFill>
              <a:latin typeface="Courier New" panose="02070309020205020404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       </a:t>
            </a:r>
            <a:r>
              <a:rPr sz="1000">
                <a:solidFill>
                  <a:srgbClr val="795E26"/>
                </a:solidFill>
                <a:latin typeface="Courier New" panose="02070309020205020404"/>
              </a:rPr>
              <a:t>assert_eq!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(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result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.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angular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.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z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,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098658"/>
                </a:solidFill>
                <a:latin typeface="Courier New" panose="02070309020205020404"/>
              </a:rPr>
              <a:t>0.0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)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;</a:t>
            </a:r>
            <a:endParaRPr sz="1000">
              <a:solidFill>
                <a:srgbClr val="000000"/>
              </a:solidFill>
              <a:latin typeface="Courier New" panose="02070309020205020404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   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}</a:t>
            </a:r>
            <a:endParaRPr sz="1000">
              <a:solidFill>
                <a:srgbClr val="000000"/>
              </a:solidFill>
              <a:latin typeface="Courier New" panose="02070309020205020404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}</a:t>
            </a:r>
            <a:endParaRPr sz="1000">
              <a:solidFill>
                <a:srgbClr val="000000"/>
              </a:solidFill>
              <a:latin typeface="Courier New" panose="02070309020205020404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/>
        </p:txBody>
      </p:sp>
    </p:spTree>
  </p:cSld>
  <p:clrMapOvr>
    <a:masterClrMapping/>
  </p:clrMapOvr>
  <p:transition spd="med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Kani — NaN Safety Pattern</a:t>
            </a:r>
            <a:endParaRPr sz="240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/>
              <a:t>NaN comparisons require careful handling in safety-critical code:</a:t>
            </a:r>
            <a:endParaRPr sz="1400"/>
          </a:p>
          <a:p>
            <a:pPr marL="0" indent="0">
              <a:spcBef>
                <a:spcPts val="600"/>
              </a:spcBef>
              <a:spcAft>
                <a:spcPts val="0"/>
              </a:spcAft>
              <a:buNone/>
            </a:pPr>
            <a:r>
              <a:rPr sz="1000">
                <a:solidFill>
                  <a:srgbClr val="6A9955"/>
                </a:solidFill>
                <a:latin typeface="Courier New" panose="02070309020205020404"/>
              </a:rPr>
              <a:t>// WRONG: NaN.abs() &lt; threshold → false → NaN passes through</a:t>
            </a:r>
            <a:endParaRPr sz="1000">
              <a:solidFill>
                <a:srgbClr val="6A9955"/>
              </a:solidFill>
              <a:latin typeface="Courier New" panose="02070309020205020404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linear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.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x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.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abs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(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)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&lt;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267F99"/>
                </a:solidFill>
                <a:latin typeface="Courier New" panose="02070309020205020404"/>
              </a:rPr>
              <a:t>self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.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vx_threshold</a:t>
            </a:r>
            <a:endParaRPr sz="1000">
              <a:solidFill>
                <a:srgbClr val="0070C1"/>
              </a:solidFill>
              <a:latin typeface="Courier New" panose="02070309020205020404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endParaRPr sz="1000">
              <a:solidFill>
                <a:srgbClr val="1A1A2E"/>
              </a:solidFill>
              <a:latin typeface="Courier New" panose="02070309020205020404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6A9955"/>
                </a:solidFill>
                <a:latin typeface="Courier New" panose="02070309020205020404"/>
              </a:rPr>
              <a:t>// RIGHT: !(NaN.abs() &gt;= threshold) → !(false) → true → NaN treated as stopped</a:t>
            </a:r>
            <a:endParaRPr sz="1000">
              <a:solidFill>
                <a:srgbClr val="6A9955"/>
              </a:solidFill>
              <a:latin typeface="Courier New" panose="02070309020205020404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!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(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linear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.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x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.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abs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(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)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&gt;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=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267F99"/>
                </a:solidFill>
                <a:latin typeface="Courier New" panose="02070309020205020404"/>
              </a:rPr>
              <a:t>self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.</a:t>
            </a: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vx_threshold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)</a:t>
            </a:r>
            <a:endParaRPr sz="1000">
              <a:solidFill>
                <a:srgbClr val="000000"/>
              </a:solidFill>
              <a:latin typeface="Courier New" panose="02070309020205020404"/>
            </a:endParaRP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400"/>
              <a:t>Kani proves this holds for every possible f64 — including NaN, Inf, and subnormals.</a:t>
            </a:r>
            <a:endParaRPr sz="140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/>
        </p:txBody>
      </p:sp>
    </p:spTree>
  </p:cSld>
  <p:clrMapOvr>
    <a:masterClrMapping/>
  </p:clrMapOvr>
  <p:transition spd="med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Compile-Time Capacity via Environment Variables</a:t>
            </a:r>
            <a:endParaRPr sz="240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/>
              <a:t>All buffer sizes and arena capacities are set at compile time — no runtime allocation decisions.</a:t>
            </a:r>
            <a:endParaRPr sz="1400"/>
          </a:p>
          <a:p>
            <a:pPr marL="0" indent="0">
              <a:spcBef>
                <a:spcPts val="600"/>
              </a:spcBef>
              <a:spcAft>
                <a:spcPts val="0"/>
              </a:spcAft>
              <a:buNone/>
            </a:pP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NROS_EXECUTOR_MAX_CBS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=</a:t>
            </a:r>
            <a:r>
              <a:rPr sz="1000">
                <a:solidFill>
                  <a:srgbClr val="098658"/>
                </a:solidFill>
                <a:latin typeface="Courier New" panose="02070309020205020404"/>
              </a:rPr>
              <a:t>64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            </a:t>
            </a:r>
            <a:r>
              <a:rPr sz="1000">
                <a:solidFill>
                  <a:srgbClr val="6A9955"/>
                </a:solidFill>
                <a:latin typeface="Courier New" panose="02070309020205020404"/>
              </a:rPr>
              <a:t># Max callback slots</a:t>
            </a:r>
            <a:endParaRPr sz="1000">
              <a:solidFill>
                <a:srgbClr val="6A9955"/>
              </a:solidFill>
              <a:latin typeface="Courier New" panose="02070309020205020404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NROS_MAX_PARAMETERS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=</a:t>
            </a:r>
            <a:r>
              <a:rPr sz="1000">
                <a:solidFill>
                  <a:srgbClr val="098658"/>
                </a:solidFill>
                <a:latin typeface="Courier New" panose="02070309020205020404"/>
              </a:rPr>
              <a:t>64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              </a:t>
            </a:r>
            <a:r>
              <a:rPr sz="1000">
                <a:solidFill>
                  <a:srgbClr val="6A9955"/>
                </a:solidFill>
                <a:latin typeface="Courier New" panose="02070309020205020404"/>
              </a:rPr>
              <a:t># Max ROS 2 parameters</a:t>
            </a:r>
            <a:endParaRPr sz="1000">
              <a:solidFill>
                <a:srgbClr val="6A9955"/>
              </a:solidFill>
              <a:latin typeface="Courier New" panose="02070309020205020404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NROS_PARAM_SERVICE_BUFFER_SIZE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=</a:t>
            </a:r>
            <a:r>
              <a:rPr sz="1000">
                <a:solidFill>
                  <a:srgbClr val="098658"/>
                </a:solidFill>
                <a:latin typeface="Courier New" panose="02070309020205020404"/>
              </a:rPr>
              <a:t>8192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 </a:t>
            </a:r>
            <a:r>
              <a:rPr sz="1000">
                <a:solidFill>
                  <a:srgbClr val="6A9955"/>
                </a:solidFill>
                <a:latin typeface="Courier New" panose="02070309020205020404"/>
              </a:rPr>
              <a:t># CDR buffer per param service</a:t>
            </a:r>
            <a:endParaRPr sz="1000">
              <a:solidFill>
                <a:srgbClr val="6A9955"/>
              </a:solidFill>
              <a:latin typeface="Courier New" panose="02070309020205020404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endParaRPr sz="1000">
              <a:solidFill>
                <a:srgbClr val="1A1A2E"/>
              </a:solidFill>
              <a:latin typeface="Courier New" panose="02070309020205020404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ZPICO_MAX_PUBLISHERS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=</a:t>
            </a:r>
            <a:r>
              <a:rPr sz="1000">
                <a:solidFill>
                  <a:srgbClr val="098658"/>
                </a:solidFill>
                <a:latin typeface="Courier New" panose="02070309020205020404"/>
              </a:rPr>
              <a:t>40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             </a:t>
            </a:r>
            <a:r>
              <a:rPr sz="1000">
                <a:solidFill>
                  <a:srgbClr val="6A9955"/>
                </a:solidFill>
                <a:latin typeface="Courier New" panose="02070309020205020404"/>
              </a:rPr>
              <a:t># zenoh-pico publisher slots</a:t>
            </a:r>
            <a:endParaRPr sz="1000">
              <a:solidFill>
                <a:srgbClr val="6A9955"/>
              </a:solidFill>
              <a:latin typeface="Courier New" panose="02070309020205020404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ZPICO_MAX_SUBSCRIBERS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=</a:t>
            </a:r>
            <a:r>
              <a:rPr sz="1000">
                <a:solidFill>
                  <a:srgbClr val="098658"/>
                </a:solidFill>
                <a:latin typeface="Courier New" panose="02070309020205020404"/>
              </a:rPr>
              <a:t>16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            </a:t>
            </a:r>
            <a:r>
              <a:rPr sz="1000">
                <a:solidFill>
                  <a:srgbClr val="6A9955"/>
                </a:solidFill>
                <a:latin typeface="Courier New" panose="02070309020205020404"/>
              </a:rPr>
              <a:t># zenoh-pico subscriber slots</a:t>
            </a:r>
            <a:endParaRPr sz="1000">
              <a:solidFill>
                <a:srgbClr val="6A9955"/>
              </a:solidFill>
              <a:latin typeface="Courier New" panose="02070309020205020404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0070C1"/>
                </a:solidFill>
                <a:latin typeface="Courier New" panose="02070309020205020404"/>
              </a:rPr>
              <a:t>ZPICO_MAX_LIVELINESS</a:t>
            </a:r>
            <a:r>
              <a:rPr sz="1000">
                <a:solidFill>
                  <a:srgbClr val="000000"/>
                </a:solidFill>
                <a:latin typeface="Courier New" panose="02070309020205020404"/>
              </a:rPr>
              <a:t>=</a:t>
            </a:r>
            <a:r>
              <a:rPr sz="1000">
                <a:solidFill>
                  <a:srgbClr val="098658"/>
                </a:solidFill>
                <a:latin typeface="Courier New" panose="02070309020205020404"/>
              </a:rPr>
              <a:t>64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             </a:t>
            </a:r>
            <a:r>
              <a:rPr sz="1000">
                <a:solidFill>
                  <a:srgbClr val="6A9955"/>
                </a:solidFill>
                <a:latin typeface="Courier New" panose="02070309020205020404"/>
              </a:rPr>
              <a:t># zenoh-pico liveliness tokens</a:t>
            </a:r>
            <a:endParaRPr sz="1000">
              <a:solidFill>
                <a:srgbClr val="6A9955"/>
              </a:solidFill>
              <a:latin typeface="Courier New" panose="02070309020205020404"/>
            </a:endParaRP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400"/>
              <a:t>Read by build.rs and baked into the binary as constants. Exceeding a limit returns an error — not a heap allocation.</a:t>
            </a:r>
            <a:endParaRPr sz="1400"/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400" b="1"/>
              <a:t>Autoware Sentinel: 37 publishers, 9 subscribers, 1 timer, 11 services, 62 parameters — zero heap.</a:t>
            </a:r>
            <a:endParaRPr sz="1400" b="1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/>
        </p:txBody>
      </p:sp>
    </p:spTree>
  </p:cSld>
  <p:clrMapOvr>
    <a:masterClrMapping/>
  </p:clrMapOvr>
  <p:transition spd="med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Real-Time Lint Guide</a:t>
            </a:r>
            <a:endParaRPr sz="240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/>
              <a:t>Clippy lints detect common real-time anti-patterns at build time:</a:t>
            </a:r>
            <a:endParaRPr sz="1400"/>
          </a:p>
          <a:p>
            <a:pPr marL="0" indent="0">
              <a:spcBef>
                <a:spcPts val="600"/>
              </a:spcBef>
              <a:spcAft>
                <a:spcPts val="0"/>
              </a:spcAft>
              <a:buNone/>
            </a:pP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cargo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clippy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--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A31115"/>
                </a:solidFill>
                <a:latin typeface="Courier New" panose="02070309020205020404"/>
              </a:rPr>
              <a:t>\</a:t>
            </a:r>
            <a:endParaRPr sz="1000">
              <a:solidFill>
                <a:srgbClr val="A31115"/>
              </a:solidFill>
              <a:latin typeface="Courier New" panose="02070309020205020404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   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-D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clippy::infinite_iter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A31115"/>
                </a:solidFill>
                <a:latin typeface="Courier New" panose="02070309020205020404"/>
              </a:rPr>
              <a:t>\</a:t>
            </a:r>
            <a:endParaRPr sz="1000">
              <a:solidFill>
                <a:srgbClr val="A31115"/>
              </a:solidFill>
              <a:latin typeface="Courier New" panose="02070309020205020404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   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-D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clippy::while_immutable_condition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A31115"/>
                </a:solidFill>
                <a:latin typeface="Courier New" panose="02070309020205020404"/>
              </a:rPr>
              <a:t>\</a:t>
            </a:r>
            <a:endParaRPr sz="1000">
              <a:solidFill>
                <a:srgbClr val="A31115"/>
              </a:solidFill>
              <a:latin typeface="Courier New" panose="02070309020205020404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   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-D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clippy::never_loop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A31115"/>
                </a:solidFill>
                <a:latin typeface="Courier New" panose="02070309020205020404"/>
              </a:rPr>
              <a:t>\</a:t>
            </a:r>
            <a:endParaRPr sz="1000">
              <a:solidFill>
                <a:srgbClr val="A31115"/>
              </a:solidFill>
              <a:latin typeface="Courier New" panose="02070309020205020404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   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-D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clippy::empty_loop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A31115"/>
                </a:solidFill>
                <a:latin typeface="Courier New" panose="02070309020205020404"/>
              </a:rPr>
              <a:t>\</a:t>
            </a:r>
            <a:endParaRPr sz="1000">
              <a:solidFill>
                <a:srgbClr val="A31115"/>
              </a:solidFill>
              <a:latin typeface="Courier New" panose="02070309020205020404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   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-W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clippy::large_stack_arrays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A31115"/>
                </a:solidFill>
                <a:latin typeface="Courier New" panose="02070309020205020404"/>
              </a:rPr>
              <a:t>\</a:t>
            </a:r>
            <a:endParaRPr sz="1000">
              <a:solidFill>
                <a:srgbClr val="A31115"/>
              </a:solidFill>
              <a:latin typeface="Courier New" panose="02070309020205020404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   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-W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 </a:t>
            </a:r>
            <a:r>
              <a:rPr sz="1000">
                <a:solidFill>
                  <a:srgbClr val="1A1A2E"/>
                </a:solidFill>
                <a:latin typeface="Courier New" panose="02070309020205020404"/>
              </a:rPr>
              <a:t>clippy::large_types_passed_by_value</a:t>
            </a:r>
            <a:endParaRPr sz="1000">
              <a:solidFill>
                <a:srgbClr val="1A1A2E"/>
              </a:solidFill>
              <a:latin typeface="Courier New" panose="02070309020205020404"/>
            </a:endParaRP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400" b="1"/>
              <a:t>Edition 2024 safety improvements:</a:t>
            </a:r>
            <a:endParaRPr sz="1400" b="1"/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300"/>
              <a:t>unsafe extern "C" { ... } blocks require the unsafe keyword</a:t>
            </a:r>
            <a:endParaRPr sz="1300"/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300"/>
              <a:t>#[unsafe(no_mangle)] replaces #[no_mangle]</a:t>
            </a:r>
            <a:endParaRPr sz="1300"/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300"/>
              <a:t>Explicit unsafe { ... } required inside unsafe fn bodies</a:t>
            </a:r>
            <a:endParaRPr sz="1300"/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400"/>
              <a:t>The compiler is the first reviewer.</a:t>
            </a:r>
            <a:endParaRPr sz="140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/>
        </p:txBody>
      </p:sp>
    </p:spTree>
  </p:cSld>
  <p:clrMapOvr>
    <a:masterClrMapping/>
  </p:clrMapOvr>
  <p:transition spd="med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Summary — Defense in Depth</a:t>
            </a:r>
            <a:endParaRPr sz="240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400" b="1"/>
              <a:t>Together: safety guarantees from language level through mathematical proof — with zero heap allocation.</a:t>
            </a:r>
            <a:endParaRPr sz="1400" b="1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/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8229600" cy="4073652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00FF"/>
      </a:hlink>
      <a:folHlink>
        <a:srgbClr val="FF00FF"/>
      </a:folHlink>
    </a:clrScheme>
    <a:fontScheme name="Simple Light">
      <a:majorFont>
        <a:latin typeface="Helvetica"/>
        <a:ea typeface="Helvetica"/>
        <a:cs typeface="Helvetica"/>
      </a:majorFont>
      <a:minorFont>
        <a:latin typeface="Arial"/>
        <a:ea typeface="Arial"/>
        <a:cs typeface="Arial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" panose="020B06040202020202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" panose="020B06040202020202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Simple Light">
  <a:themeElements>
    <a:clrScheme name="Simple Ligh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00FF"/>
      </a:hlink>
      <a:folHlink>
        <a:srgbClr val="FF00FF"/>
      </a:folHlink>
    </a:clrScheme>
    <a:fontScheme name="Simple Light">
      <a:majorFont>
        <a:latin typeface="Helvetica"/>
        <a:ea typeface="Helvetica"/>
        <a:cs typeface="Helvetica"/>
      </a:majorFont>
      <a:minorFont>
        <a:latin typeface="Arial"/>
        <a:ea typeface="Arial"/>
        <a:cs typeface="Arial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" panose="020B06040202020202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" panose="020B06040202020202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00FF"/>
      </a:hlink>
      <a:folHlink>
        <a:srgbClr val="FF00FF"/>
      </a:folHlink>
    </a:clrScheme>
    <a:fontScheme name="Simple Light">
      <a:majorFont>
        <a:latin typeface="Helvetica"/>
        <a:ea typeface="Helvetica"/>
        <a:cs typeface="Helvetica"/>
      </a:majorFont>
      <a:minorFont>
        <a:latin typeface="Arial"/>
        <a:ea typeface="Arial"/>
        <a:cs typeface="Arial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" panose="020B06040202020202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" panose="020B06040202020202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15763</Words>
  <Application>WPS Presentation</Application>
  <PresentationFormat/>
  <Paragraphs>562</Paragraphs>
  <Slides>29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29</vt:i4>
      </vt:variant>
    </vt:vector>
  </HeadingPairs>
  <TitlesOfParts>
    <vt:vector size="45" baseType="lpstr">
      <vt:lpstr>Arial</vt:lpstr>
      <vt:lpstr>SimSun</vt:lpstr>
      <vt:lpstr>Wingdings</vt:lpstr>
      <vt:lpstr>Arial</vt:lpstr>
      <vt:lpstr>Calibri</vt:lpstr>
      <vt:lpstr>Montserrat</vt:lpstr>
      <vt:lpstr>Helvetica Neue</vt:lpstr>
      <vt:lpstr>Helvetica</vt:lpstr>
      <vt:lpstr>Nunito</vt:lpstr>
      <vt:lpstr>Courier New</vt:lpstr>
      <vt:lpstr>Microsoft YaHei</vt:lpstr>
      <vt:lpstr>黑体</vt:lpstr>
      <vt:lpstr>Arial Unicode MS</vt:lpstr>
      <vt:lpstr>思源黑体</vt:lpstr>
      <vt:lpstr>Simple Light</vt:lpstr>
      <vt:lpstr>1_Simple Light</vt:lpstr>
      <vt:lpstr>nano-ros Safety Features</vt:lpstr>
      <vt:lpstr>Safety at Every Layer</vt:lpstr>
      <vt:lpstr>Rust Concurrency Without Overhead</vt:lpstr>
      <vt:lpstr>Async Without a Runtime</vt:lpstr>
      <vt:lpstr>Async Without a Runtime — Poll + Waker</vt:lpstr>
      <vt:lpstr>Why Async Matters for Safety</vt:lpstr>
      <vt:lpstr>Why Async Matters for Safety — No select()</vt:lpstr>
      <vt:lpstr>Compiler-Enforced no_std and Alloc-Free</vt:lpstr>
      <vt:lpstr>Compiler-Enforced Platform Selection</vt:lpstr>
      <vt:lpstr>Safe Types in Generated Message Code</vt:lpstr>
      <vt:lpstr>Safe Types — Deserialize with Capacity Check</vt:lpstr>
      <vt:lpstr>C++ Safe Types — Freestanding C++14</vt:lpstr>
      <vt:lpstr>C++ Safe Types — Error Handling</vt:lpstr>
      <vt:lpstr>Bounds-Checked CDR Serialization</vt:lpstr>
      <vt:lpstr>CDR Serialization — Alignment Check</vt:lpstr>
      <vt:lpstr>Deterministic Executor Scheduling</vt:lpstr>
      <vt:lpstr>Deterministic Executor — Inline Entries</vt:lpstr>
      <vt:lpstr>RTIC Integration — Hardware-Scheduled Tasks</vt:lpstr>
      <vt:lpstr>RTIC Integration — Async Task</vt:lpstr>
      <vt:lpstr>E2E Safety Protocol (EN 50159)</vt:lpstr>
      <vt:lpstr>TSN — Feasible Path</vt:lpstr>
      <vt:lpstr>TSN — Upgrade Path</vt:lpstr>
      <vt:lpstr>Formal Verification — Verus Proofs</vt:lpstr>
      <vt:lpstr>Verus Proofs — Drift-Free Scheduling</vt:lpstr>
      <vt:lpstr>Formal Verification — Kani Model Checking</vt:lpstr>
      <vt:lpstr>Kani — NaN Safety Pattern</vt:lpstr>
      <vt:lpstr>Compile-Time Capacity via Environment Variables</vt:lpstr>
      <vt:lpstr>Real-Time Lint Guide</vt:lpstr>
      <vt:lpstr>Summary — Defense in Depth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Lab 1: LiDAR-to-Camera Calibration Workshop</dc:title>
  <dc:creator/>
  <cp:lastModifiedBy>aeon</cp:lastModifiedBy>
  <cp:revision>318</cp:revision>
  <dcterms:created xsi:type="dcterms:W3CDTF">2026-03-24T10:21:46Z</dcterms:created>
  <dcterms:modified xsi:type="dcterms:W3CDTF">2026-03-24T10:21:46Z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/>
  </property>
  <property fmtid="{D5CDD505-2E9C-101B-9397-08002B2CF9AE}" pid="3" name="KSOProductBuildVer">
    <vt:lpwstr>1033-11.1.0.11723</vt:lpwstr>
  </property>
</Properties>
</file>